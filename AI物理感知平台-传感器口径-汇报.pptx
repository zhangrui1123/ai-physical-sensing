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立项汇报  ·  物理 = 视频 / 音频 / 文字之外的传感器信号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59152"/>
            <a:ext cx="10972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做信号操作系统，不做语言大模型，不做世界视频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10881360" cy="13258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1042416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VLM 已吃掉图声文；雷达 / IMU / EMG / UWB 仍是一路一个小模型。我们补中间层。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4805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3154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做什么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56048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四座塔：雷达 · IMU · EMG · UWB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4805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617720"/>
            <a:ext cx="3154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怎么验证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956048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加进来必须加分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4805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4617720"/>
            <a:ext cx="3154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先打哪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4956048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无接触生命体征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2026  ·  蓝图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612648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0  请拍板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立项只拍三件事，其余都是证据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讲完这页，后面 10 分钟只为这三句补材料。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3794760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109728" cy="4526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1  做什么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信号操作系统。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雷达 / IMU / EMG / UWB 进同一套时钟、tokenizer、评测。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333756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不做语言大模型、世界视频、芯片、整机、眼镜整机。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794760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109728" cy="45262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4173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2  怎么验证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659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加上雷达、IMU、EMG 或 UWB，任务分必须上升。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视觉解锁率、FID 一律不算。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114800"/>
            <a:ext cx="333756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加进来不加分，禁止称「多传感融合」。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234440"/>
            <a:ext cx="3794760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234440"/>
            <a:ext cx="109728" cy="45262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417320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3  先打哪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965960"/>
            <a:ext cx="33375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无接触生命体征。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不贴电极，被子里也要有呼吸。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114800"/>
            <a:ext cx="333756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90 天演示「加雷达，被子里才有读数」。钥匙、写字、运动随后建塔。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拍板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1  规格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主吃六路；视频 / 音频 / 文本只作对齐教师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禁止把摄像头当训练与评测的主输入。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3794760" cy="8686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261872"/>
            <a:ext cx="2194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本平台取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261872"/>
            <a:ext cx="14173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主模态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554480"/>
            <a:ext cx="34747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雷达 · IMU · EMG · 接近光 · TOF · 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07008"/>
            <a:ext cx="3794760" cy="8686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3984" y="1261872"/>
            <a:ext cx="2194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不做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61872"/>
            <a:ext cx="14173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984" y="1554480"/>
            <a:ext cx="34747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世界模型：Cosmos / Dreamer / JEPA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207008"/>
            <a:ext cx="3794760" cy="8686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5904" y="1261872"/>
            <a:ext cx="2194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不做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1261872"/>
            <a:ext cx="14173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1554480"/>
            <a:ext cx="34747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Occupancy：Tesla / World Labs Marble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212848"/>
            <a:ext cx="379476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340864"/>
            <a:ext cx="34747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雷达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2779776"/>
            <a:ext cx="34747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距离 / 速度 / 微动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3255263"/>
            <a:ext cx="34747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第一塔：生命体征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212848"/>
            <a:ext cx="379476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2340864"/>
            <a:ext cx="34747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IMU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2272" y="2779776"/>
            <a:ext cx="34747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加速度 / 角速度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3255263"/>
            <a:ext cx="34747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第二塔：运动状态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2212848"/>
            <a:ext cx="379476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94192" y="2340864"/>
            <a:ext cx="34747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EMG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79776"/>
            <a:ext cx="34747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肌腱表面电位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255263"/>
            <a:ext cx="34747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第三塔：微手势、写字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95928"/>
            <a:ext cx="379476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123944"/>
            <a:ext cx="34747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UWB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562856"/>
            <a:ext cx="34747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无线电 TOF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5038343"/>
            <a:ext cx="34747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第四塔：数字钥匙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95928"/>
            <a:ext cx="379476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123944"/>
            <a:ext cx="34747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接近光 / TOF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4562856"/>
            <a:ext cx="34747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近距有无 / 距离图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2272" y="5038343"/>
            <a:ext cx="34747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常开、暗光可用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0" y="3995928"/>
            <a:ext cx="379476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192" y="4123944"/>
            <a:ext cx="34747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TP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562856"/>
            <a:ext cx="34747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触点 / 掌误触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5038343"/>
            <a:ext cx="34747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接触事件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" y="5925312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925312"/>
            <a:ext cx="91440" cy="6583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925312"/>
            <a:ext cx="10972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所以  ·  四座塔按商用场景立项。义肢、针电极不做。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规格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1  为什么现在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图声文有基础模型，物理信号还没有操作系统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四条公开结果。汇报时只念标题，细节留问答。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雷达能进大模型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65960"/>
            <a:ext cx="5257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HoloLLM：mmWave 注入 VLM，人体感知最高 +30%。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41732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EMG 已开卖，仍要试戴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965960"/>
            <a:ext cx="5257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Meta Neural Band 2025-09 开卖，近 20 万人训练。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20040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8328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IMU 必须自有塔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931920"/>
            <a:ext cx="5257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Babel：ImageBind 对 IMU 几乎无效。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200400"/>
            <a:ext cx="5669280" cy="1828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3383280"/>
            <a:ext cx="5257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EMG / 雷达同样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931920"/>
            <a:ext cx="5257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LIMU-BERT 已上移动端。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925312"/>
            <a:ext cx="11430000" cy="658368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925312"/>
            <a:ext cx="91440" cy="6583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25312"/>
            <a:ext cx="1097280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所以  ·  缺口在接入与表征，不在再训一个视觉或语言大模型。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缺口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2  代际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主线不是模型更大，而是信号如何被编码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G2 交付，G3 做底座，主攻 G4。Hub 已出货，缺的是分传感器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207008"/>
            <a:ext cx="1883664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737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19072"/>
            <a:ext cx="1737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滤波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31720"/>
            <a:ext cx="17373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Kalman / 阈值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67712" y="1207008"/>
            <a:ext cx="1883664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0864" y="1298448"/>
            <a:ext cx="1737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864" y="1719072"/>
            <a:ext cx="1737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单模态深度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2331720"/>
            <a:ext cx="17373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IMU-LSTM / 雷达 CNN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2816" y="1207008"/>
            <a:ext cx="1883664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1298448"/>
            <a:ext cx="1737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1719072"/>
            <a:ext cx="1737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Hub 规则+小网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2331720"/>
            <a:ext cx="17373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端侧量产主力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207008"/>
            <a:ext cx="1883664" cy="1874519"/>
          </a:xfrm>
          <a:prstGeom prst="roundRect">
            <a:avLst>
              <a:gd name="adj" fmla="val 8000"/>
            </a:avLst>
          </a:prstGeom>
          <a:solidFill>
            <a:srgbClr val="1C2C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1298448"/>
            <a:ext cx="1737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1719072"/>
            <a:ext cx="1737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传感基础模型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331720"/>
            <a:ext cx="17373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LIMU-BERT / Babel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1207008"/>
            <a:ext cx="1883664" cy="1874519"/>
          </a:xfrm>
          <a:prstGeom prst="roundRect">
            <a:avLst>
              <a:gd name="adj" fmla="val 8000"/>
            </a:avLst>
          </a:prstGeom>
          <a:solidFill>
            <a:srgbClr val="1C2C4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1298448"/>
            <a:ext cx="1737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1719072"/>
            <a:ext cx="1737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分传感器 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2331720"/>
            <a:ext cx="17373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当前窗口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68128" y="1207008"/>
            <a:ext cx="1883664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0" y="1298448"/>
            <a:ext cx="17373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719072"/>
            <a:ext cx="1737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传感 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2331720"/>
            <a:ext cx="17373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预埋接口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24612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246120"/>
            <a:ext cx="91440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246120"/>
            <a:ext cx="292608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不跳 G0→G1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246120"/>
            <a:ext cx="786384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换机型，手工阈值全失效。LIMU-BERT 证明 IMU 可离开阈值。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06908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069080"/>
            <a:ext cx="91440" cy="7498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069080"/>
            <a:ext cx="292608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818CF8"/>
                </a:solidFill>
                <a:latin typeface="Microsoft YaHei"/>
                <a:ea typeface="Microsoft YaHei"/>
                <a:cs typeface="Microsoft YaHei"/>
              </a:rPr>
              <a:t>不跳 G1→G2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069080"/>
            <a:ext cx="786384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入袋 / 抬腕各写 if-else。Hub 已把多路接到低功耗核。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4892040"/>
            <a:ext cx="11430000" cy="7498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892040"/>
            <a:ext cx="91440" cy="7498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892040"/>
            <a:ext cx="292608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不跳 G3→G4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4892040"/>
            <a:ext cx="786384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每加一路雷达、IMU、UWB 或 EMG 重写产线。Babel 证明可以只加一座塔。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代际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3  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加上哪座塔，哪个场景就必须更好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无采样率、单位、时间基的数据包，Ingest 直接拒收。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1430000" cy="457200"/>
          </a:xfrm>
          <a:prstGeom prst="roundRect">
            <a:avLst>
              <a:gd name="adj" fmla="val 8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没有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207008"/>
            <a:ext cx="26517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加上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19072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雷达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71907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生命体征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71907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被子里没有读数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71907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被子里也有呼吸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679191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79191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679191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运动状态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679191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抬腕 / 入袋分不清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679191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抬腕 / 入袋可识别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639312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63931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EMG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63931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眼镜写字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3931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微点 / 笔画做不到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63931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微点 / 笔画可用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599432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59943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UWB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59943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数字钥匙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59943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BLE 会被中继骗过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599432"/>
            <a:ext cx="265176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抗中继，走近才开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验证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4  对标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缺的不是器件，是中间那层操作系统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抄时钟与 schema，抄分传感器塔。不抄封闭小模型，不卖整机，不造芯片。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3444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99032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上  整机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99032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4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不卖整机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20"/>
            <a:ext cx="10972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Meta Neural Band、BMW 数字钥匙、睡眠雷达卖体验。责任绑在整机，原始波形不对外开放。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8892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1C2C4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中  信号 OS  ← 我们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53512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4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主航道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9000"/>
            <a:ext cx="10972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Hub / Core Motion 停在 G2。我们补四座 tokenizer，以及「加雷达 / 加 IMU / 加 EMG / 加 UWB 必须更好」的表。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07992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下  器件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507992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4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不造芯片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Bosch IMU、Infineon 雷达、ST UWB、干电极 EMG。集成探头，不自研硅。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对标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5  商用场景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四件事倒逼四座塔：雷达 · IMU · EMG · UWB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汇报只讲这一页。先打中间这一列。细证据在附录，被问再翻。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11521440" cy="438912"/>
          </a:xfrm>
          <a:prstGeom prst="roundRect">
            <a:avLst>
              <a:gd name="adj" fmla="val 8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21031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188720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眼镜写字 / 微手势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188720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无接触生命体征  ← 先打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9" y="1188720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运动状态识别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188720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UWB 数字钥匙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682496"/>
            <a:ext cx="11521440" cy="7498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682496"/>
            <a:ext cx="205740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一句话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1682496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手在桌下也能写、口袋里也能点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682496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不贴电极，被子里也要有呼吸心跳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59" y="1682496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抬腕亮屏、入袋静音、跌倒报警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1682496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走近要开，假的「很近」要识破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2487168"/>
            <a:ext cx="11521440" cy="749808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487168"/>
            <a:ext cx="205740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谁付钱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2487168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眼镜 OEM / XR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487168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养老 / 睡眠硬件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2487168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手机 / 手表 / 耳机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487168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车身电子 + 手机 OEM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3291840"/>
            <a:ext cx="11521440" cy="7498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291840"/>
            <a:ext cx="205740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为何不用摄像头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291840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手在桌下、口袋里，会议室不能出声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291840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卧室卫生间不能常开录像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59" y="3291840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摄像头常开功耗高、隐私差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3291840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中继是无线电欺骗，不是图像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4096512"/>
            <a:ext cx="11521440" cy="749808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096512"/>
            <a:ext cx="205740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加哪路更好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409651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 EMG：微点 / 写字可用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09651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加雷达：被子里也有读数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59" y="409651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 IMU：抬腕 / 入袋可识别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09651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 UWB：抗中继，走近才开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" y="4901184"/>
            <a:ext cx="11521440" cy="7498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901184"/>
            <a:ext cx="205740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我们交什么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0" y="4901184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EMG 塔 + 对比表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901184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雷达微动塔 + 对比表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59" y="4901184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 塔 + 对比表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4901184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UWB 塔 + 抗中继评测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场景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5  先打哪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无接触生命体征：90 天证明「加雷达，被子里才有读数」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不先做眼镜整机，也不先做开锁产品。先立能当场验证的雷达微动塔。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7315200" cy="45720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53312"/>
            <a:ext cx="6858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为什么先打这一件，不先打另外三件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体征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874519"/>
            <a:ext cx="5212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卧室不能装摄像头；静息就能录；加雷达当场能看。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运动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560320"/>
            <a:ext cx="5212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后做。抬腕 / 入袋已有 Hub，差异化小。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眼镜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246120"/>
            <a:ext cx="5212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后做。干电极要拟合，Meta 自己还强制店内试戴。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14630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钥匙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931920"/>
            <a:ext cx="5212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后做。CCC / 主机厂闭环，外面难录真实中继包。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297680"/>
            <a:ext cx="68580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90 天成功：盖毯静息呼吸可出数；加雷达后读数稳定。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失败：加雷达前后分数几乎不变——说明雷达没起作用。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1207008"/>
            <a:ext cx="3931920" cy="4572000"/>
          </a:xfrm>
          <a:prstGeom prst="roundRect">
            <a:avLst>
              <a:gd name="adj" fmla="val 8000"/>
            </a:avLst>
          </a:prstGeom>
          <a:solidFill>
            <a:srgbClr val="18243A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353312"/>
            <a:ext cx="3611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90 天交什么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874519"/>
            <a:ext cx="361188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冻结：雷达微动 schema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交付：录包 → 同步 → Eval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演示：加雷达，被子里才有读数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随后三座塔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IMU 运动状态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UWB 数字钥匙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EMG 微手势 / 桌面写字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不交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医疗级心率、眼镜整机、开锁产品、语言头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第一包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6  怎么做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每个阶段必须有可证伪的成功标准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不做：语言大模型、世界视频、整机 UX、自研芯片、医疗注册。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34440"/>
            <a:ext cx="2834640" cy="5212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83464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46304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P0  0–3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6596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雷达体征塔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560320"/>
            <a:ext cx="2514600" cy="3474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冻结雷达微动 schema。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成功：加雷达，被子里有读数。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失败：仍用 CSV 对时钟。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2696" y="1234440"/>
            <a:ext cx="2834640" cy="5212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82696" y="1234440"/>
            <a:ext cx="2834640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146304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P1  3–6 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96596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IMU 运动塔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560320"/>
            <a:ext cx="2514600" cy="3474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抬腕 / 入袋 / 跌倒。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成功：加 IMU 必须更好。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失败：复用 Hub 规则。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234440"/>
            <a:ext cx="2834640" cy="5212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234440"/>
            <a:ext cx="2834640" cy="9144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46304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818CF8"/>
                </a:solidFill>
                <a:latin typeface="Microsoft YaHei"/>
                <a:ea typeface="Microsoft YaHei"/>
                <a:cs typeface="Microsoft YaHei"/>
              </a:rPr>
              <a:t>P2  6–12 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96596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UWB 钥匙塔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560320"/>
            <a:ext cx="2514600" cy="3474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数字钥匙 Pack。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成功：只加一座塔，不改主干。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失败：每加一路分叉仓库。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8008" y="1234440"/>
            <a:ext cx="2834640" cy="5212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08008" y="1234440"/>
            <a:ext cx="2834640" cy="914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46304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P3  12–18 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1965960"/>
            <a:ext cx="2514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EMG 写字塔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560320"/>
            <a:ext cx="2514600" cy="3474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微手势 + 桌面写字。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成功：加 EMG 必须更好。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出汗 / 位移进评测。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路线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请拍板的就是封面那三句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第一包：无接触生命体征。第二包：IMU 运动状态。第三包：UWB 数字钥匙。第四包：EMG 写字。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0700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20700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雷达 / IMU / EMG / 接近光 / TOF / TP。UWB 按无线电 TOF 接入。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8424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8424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98424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语言大模型、世界视频、芯片、整机、眼镜整机、医疗级心率注册。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76148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6148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76148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加雷达 / 加 IMU / 加 EMG / 加 UWB；不加分即失败。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53872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3872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先打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53872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无接触生命体征：90 天交出「加雷达，被子里才有读数」。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31596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31596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31596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眼镜写字 / 微手势 · 无接触生命体征 · 运动状态 · UWB 数字钥匙。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093208"/>
            <a:ext cx="11430000" cy="694944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93208"/>
            <a:ext cx="164592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093208"/>
            <a:ext cx="9144000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Ingest + 四座 Tokenizer + Eval。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附录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7472"/>
            <a:ext cx="1143000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被问到数字时翻这一页，汇报正文不念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4300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厂商口径单独标明。阈值用自有 Pack 标定后写入 Eval。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·  Meta Neural Band（2025-09）：与 Ray-Ban Display 捆绑 799 美元；近 20 万受试者；强制店内试戴；手写消息未上线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01952"/>
            <a:ext cx="11155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·  Mudra Link 约 249 美元；Apple 表带电极专利 + EMBridge（NeurIPS 2025 workshop），手表未出货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42032"/>
            <a:ext cx="11155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·  AKM AK5816AIM（2026-07 量产）：无摄像头跌倒 + 呼吸；模块口径写静息 / 睡眠，走动伪迹未收口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82111"/>
            <a:ext cx="11155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·  BMW Digital Key Plus / 奔驰：UWB 约 4 m 定左右侧防中继；CCC Digital Key 已上车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22191"/>
            <a:ext cx="11155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·  ST ST64UWB（2026，厂商口径）：2025 年 UWB 器件 5.27 亿颗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462272"/>
            <a:ext cx="11155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·  Babel SenSys 2025：ImageBind 对 IMU 几乎无效；LIMU-BERT 已上移动端；HoloLLM mmWave +30%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102351"/>
            <a:ext cx="111556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·  观察不进本版 TOP4：座舱 CPD、房间人感、肌电义肢（器械渠道）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8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84124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AI 物理感知  ·  来源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656832"/>
            <a:ext cx="146304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