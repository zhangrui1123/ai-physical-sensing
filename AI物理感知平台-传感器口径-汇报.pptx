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立项汇报  ·  只做两个传感器：IMU 与 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AI 物理感知平台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把 IMU / TP 的时间序列，做成可复用的分类与预测工具链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88920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104241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TimesFM 证明时序基础模型成立；但不管 IMU / TP 的采样率、时钟、丢包与分类。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我们补物理时序中间层：切窗 → 分传感器 token → 分类头 + 预测头 → 评测。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5196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18243A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38912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做什么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00600"/>
            <a:ext cx="3154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IMU + TP 时序工具平台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5196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18243A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438912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怎么验证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4800600"/>
            <a:ext cx="3154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跑赢小模型与通用 TSFM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425196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18243A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9" y="438912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先打哪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4800600"/>
            <a:ext cx="3154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腕上微手势 Pack（IMU）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8076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2026  ·  8 页汇报版  ·  本版只讲 IMU 与 TP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608076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  / 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0  请拍板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7472"/>
            <a:ext cx="1143000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立项只拍三件事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其余页只为这三句补材料。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34440"/>
            <a:ext cx="3794760" cy="45262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109728" cy="45262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3337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1  做什么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333756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IMU + TP 时序工具平台。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Ingest 切窗 · 分传感器 Tokenizer ·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分类头 · 预测头 · Eval。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333756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不做语言大模型、世界视频、芯片、整机。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234440"/>
            <a:ext cx="3794760" cy="45262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234440"/>
            <a:ext cx="109728" cy="452628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417320"/>
            <a:ext cx="3337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2  怎么验证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011680"/>
            <a:ext cx="333756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每个 Pack 必须跑赢两类基线：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单传感器小模型、通用 TSFM。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97680"/>
            <a:ext cx="333756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加传感器不加分，禁止称「多传感」。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234440"/>
            <a:ext cx="3794760" cy="45262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234440"/>
            <a:ext cx="109728" cy="452628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1417320"/>
            <a:ext cx="3337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3  先打哪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011680"/>
            <a:ext cx="333756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腕上微手势 Pack（IMU）。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分类：微点 / 捏合 / 滑动；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预测：下一窗腕部角速度。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297680"/>
            <a:ext cx="333756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90 天演示「加 IMU 才稳」。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656832"/>
            <a:ext cx="84124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AI 物理感知  ·  拍板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656832"/>
            <a:ext cx="146304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  / 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1  为什么现在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7472"/>
            <a:ext cx="1143000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Google 已证明时序基础模型成立；IMU / TP 还缺工具链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TSFM = Time Series Foundation Model。TimesFM-3，Google Research，2026-08-31。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34440"/>
            <a:ext cx="5669280" cy="18288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463040"/>
            <a:ext cx="5257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TimesFM-3：330M / 1T+ 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057400"/>
            <a:ext cx="525780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零样本多变量预测；多目标 + 协变量；单次前传出整段 horizon。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669280" cy="18288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8" y="1463040"/>
            <a:ext cx="5257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但不懂 IMU / TP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2057400"/>
            <a:ext cx="525780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不管采样率、量纲、时钟、丢包、坐标系；也不管手势 / 笔画分类。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200400"/>
            <a:ext cx="5669280" cy="18288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429000"/>
            <a:ext cx="5257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移动端已有先例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023360"/>
            <a:ext cx="525780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LIMU-BERT：IMU 掩码预训练，手机上可实时跑；TP 仍缺同类预训练。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200400"/>
            <a:ext cx="5669280" cy="18288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3429000"/>
            <a:ext cx="5257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商用路径受限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4023360"/>
            <a:ext cx="525780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TimesFM 公开权重非商用；云预测不适合腕上 / 屏上实时。我们要自有端侧工具链。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925312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18243A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5925312"/>
            <a:ext cx="91440" cy="6583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925312"/>
            <a:ext cx="1097280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所以  ·  抄 TimesFM 的「预训练 + 零样本 + 概率预测」，补 IMU / TP 的 Ingest / Tokenizer / 双头 / Eval。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656832"/>
            <a:ext cx="84124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AI 物理感知  ·  为什么现在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656832"/>
            <a:ext cx="146304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3  / 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2  工具栈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7472"/>
            <a:ext cx="1143000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一条产线服务 IMU 与 TP：窗 → token → 分类 / 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场景只换标签与视界，不换主干。预训练默认用掩码预测。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88720"/>
            <a:ext cx="11430000" cy="8229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109728" cy="8229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88720"/>
            <a:ext cx="310896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Scene Pack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188720"/>
            <a:ext cx="365760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腕上微手势 / 桌面写字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188720"/>
            <a:ext cx="384048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标签字典 + 视界 + 失败样例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103120"/>
            <a:ext cx="11430000" cy="8229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103120"/>
            <a:ext cx="109728" cy="82296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103120"/>
            <a:ext cx="310896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Classify + Forecast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103120"/>
            <a:ext cx="365760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双头共用同一 token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103120"/>
            <a:ext cx="384048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分类看当前窗；预测看未来 Δt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017520"/>
            <a:ext cx="11430000" cy="8229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017520"/>
            <a:ext cx="109728" cy="8229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017520"/>
            <a:ext cx="310896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PhysTokenizer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3017520"/>
            <a:ext cx="365760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分传感器：IMU / TP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017520"/>
            <a:ext cx="384048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IMU：角速度 + 加速度；TP：触点轨迹 + 压力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3931920"/>
            <a:ext cx="11430000" cy="8229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931920"/>
            <a:ext cx="109728" cy="82296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931920"/>
            <a:ext cx="310896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818CF8"/>
                </a:solidFill>
                <a:latin typeface="Microsoft YaHei"/>
                <a:ea typeface="Microsoft YaHei"/>
                <a:cs typeface="Microsoft YaHei"/>
              </a:rPr>
              <a:t>PhysIngest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3931920"/>
            <a:ext cx="365760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切窗 · 时钟 · 量纲 · 质量位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3931920"/>
            <a:ext cx="384048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IMU 高频、TP 事件流，统一对齐成窗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4846320"/>
            <a:ext cx="11430000" cy="8229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46320"/>
            <a:ext cx="109728" cy="8229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846320"/>
            <a:ext cx="310896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PhysEval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4846320"/>
            <a:ext cx="365760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分类 F1 + 预测误差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846320"/>
            <a:ext cx="384048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对照小模型与通用 TSFM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656832"/>
            <a:ext cx="84124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AI 物理感知  ·  工具栈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656832"/>
            <a:ext cx="146304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4  / 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3  两个传感器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7472"/>
            <a:ext cx="1143000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IMU 与 TP 用同一套接口，任务拆成分类与预测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预训练：掩码挖掉一段再还原。以后加新传感器，只加 Tokenizer，不改双头。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88720"/>
            <a:ext cx="11430000" cy="457200"/>
          </a:xfrm>
          <a:prstGeom prst="roundRect">
            <a:avLst>
              <a:gd name="adj" fmla="val 8000"/>
            </a:avLst>
          </a:prstGeom>
          <a:solidFill>
            <a:srgbClr val="1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2743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传感器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188720"/>
            <a:ext cx="2743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Scene Pack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188720"/>
            <a:ext cx="2743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分类（现在是什么）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0" y="1188720"/>
            <a:ext cx="2743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预测（下一窗怎样）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737360"/>
            <a:ext cx="11430000" cy="9144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37360"/>
            <a:ext cx="27432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IMU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1737360"/>
            <a:ext cx="27432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腕上微手势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737360"/>
            <a:ext cx="27432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微点 / 捏合 / 滑动 / 静止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1737360"/>
            <a:ext cx="265176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下一 0.5–1 s 腕部角速度（去抖）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743200"/>
            <a:ext cx="11430000" cy="914400"/>
          </a:xfrm>
          <a:prstGeom prst="roundRect">
            <a:avLst>
              <a:gd name="adj" fmla="val 8000"/>
            </a:avLst>
          </a:prstGeom>
          <a:solidFill>
            <a:srgbClr val="18243A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743200"/>
            <a:ext cx="27432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TP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2743200"/>
            <a:ext cx="27432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桌面写字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2743200"/>
            <a:ext cx="27432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笔画类别 / 是否起笔落笔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743200"/>
            <a:ext cx="265176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下一触点轨迹与压力（提前一画）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3886200"/>
            <a:ext cx="11430000" cy="17373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02336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两个传感器怎么配合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48056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IMU 管「手在动」：抬腕、悬停、微抖。TP 管「手碰到」：触点、压力、轨迹。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同一套 Ingest / 双头 / Eval；写字时 IMU 先预测笔将落，TP 再确认落笔——这就是「加传感器更好」。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56832"/>
            <a:ext cx="84124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AI 物理感知  ·  两个传感器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6656832"/>
            <a:ext cx="146304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5  / 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4  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7472"/>
            <a:ext cx="1143000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每个 Pack 必须跑赢两类基线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基线 A：单传感器小模型。基线 B：通用 TSFM（TimesFM / Chronos）。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07008"/>
            <a:ext cx="11430000" cy="457200"/>
          </a:xfrm>
          <a:prstGeom prst="roundRect">
            <a:avLst>
              <a:gd name="adj" fmla="val 8000"/>
            </a:avLst>
          </a:prstGeom>
          <a:solidFill>
            <a:srgbClr val="1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07008"/>
            <a:ext cx="26517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Pack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207008"/>
            <a:ext cx="26517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基线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07008"/>
            <a:ext cx="26517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基线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1207008"/>
            <a:ext cx="26517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我们要求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755648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755648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微手势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755648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IMU 小模型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755648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TimesFM 直接预测角速度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755648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加 IMU 预训练后，手势 F1 与去抖误差同时更好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715768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18243A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715768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写字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2715768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TP 小模型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715768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通用 TSFM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715768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加 TP 预训练后，笔画 F1 与轨迹误差同时更好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3840480"/>
            <a:ext cx="11430000" cy="17830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977639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失败样例必须入库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434840"/>
            <a:ext cx="1097280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微手势：日常抖腕误判为捏合；写字：悬停抖动误判为起笔、快速连笔轨迹断裂。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每类失败都要能在 Eval 里复现，并作为下一版预训练数据。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56832"/>
            <a:ext cx="84124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AI 物理感知  ·  验证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6656832"/>
            <a:ext cx="146304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6  / 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5  第一包与路线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7472"/>
            <a:ext cx="1143000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90 天先打通微手势 Pack，再复用到写字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第一包只证明一件事：IMU 进工具链后，分类与预测都更好。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07008"/>
            <a:ext cx="5486400" cy="23317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53312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为什么先打微手势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28800"/>
            <a:ext cx="5029200" cy="1508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手表 / 手环 / XR 腕带都在，数据好录。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分类与预测当场能看：微点是否识别、抖动是否滤掉。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是眼镜 / XR「无屏交互」的卡点场景。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207008"/>
            <a:ext cx="5760720" cy="2331720"/>
          </a:xfrm>
          <a:prstGeom prst="roundRect">
            <a:avLst>
              <a:gd name="adj" fmla="val 8000"/>
            </a:avLst>
          </a:prstGeom>
          <a:solidFill>
            <a:srgbClr val="18243A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353312"/>
            <a:ext cx="53035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90 天交什么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828800"/>
            <a:ext cx="5303520" cy="1508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冻结 IMU 窗 schema（采样率 / 时钟 / 坐标系）。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交付 Ingest + IMU Tokenizer + 分类 / 预测双头。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Eval 对照：IMU 小模型 + TimesFM 基线。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3794760"/>
            <a:ext cx="2834640" cy="19659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3794760"/>
            <a:ext cx="2834640" cy="914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" y="4005072"/>
            <a:ext cx="2514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P0  0–3 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443484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微手势 Pack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" y="489204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分类微点 / 捏合；预测去抖。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82696" y="3794760"/>
            <a:ext cx="2834640" cy="19659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82696" y="3794760"/>
            <a:ext cx="2834640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7288" y="4005072"/>
            <a:ext cx="2514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P1  3–6 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7288" y="443484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写字 Pack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7288" y="489204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分类起笔落笔；预测下一触点。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3794760"/>
            <a:ext cx="2834640" cy="19659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45352" y="3794760"/>
            <a:ext cx="2834640" cy="9144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9944" y="4005072"/>
            <a:ext cx="2514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818CF8"/>
                </a:solidFill>
                <a:latin typeface="Microsoft YaHei"/>
                <a:ea typeface="Microsoft YaHei"/>
                <a:cs typeface="Microsoft YaHei"/>
              </a:rPr>
              <a:t>P2  6–12 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944" y="443484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IMU + TP 联动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4" y="489204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同一双头；验证「加 TP 更稳」。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08008" y="3794760"/>
            <a:ext cx="2834640" cy="19659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08008" y="3794760"/>
            <a:ext cx="2834640" cy="9144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72600" y="4005072"/>
            <a:ext cx="2514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P3  12–18 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443484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新传感器模板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489204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按同一接口再接下一类传感器。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656832"/>
            <a:ext cx="84124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AI 物理感知  ·  第一包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6656832"/>
            <a:ext cx="146304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7  / 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7472"/>
            <a:ext cx="1143000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请拍板的就是封面那三句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平台主线：把 IMU / TP 时序的分类与预测工具化。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07008"/>
            <a:ext cx="11430000" cy="694944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07008"/>
            <a:ext cx="164592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207008"/>
            <a:ext cx="914400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本版只讲 IMU 与 TP；雷达 / EMG / UWB 等后续按同一接口接入。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984248"/>
            <a:ext cx="11430000" cy="694944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984248"/>
            <a:ext cx="164592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产品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1984248"/>
            <a:ext cx="914400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Ingest 切窗 + IMU / TP 两个 Tokenizer + 分类 / 预测双头 + Eval + Scene Pack。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761488"/>
            <a:ext cx="11430000" cy="694944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761488"/>
            <a:ext cx="164592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761488"/>
            <a:ext cx="914400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每个 Pack 必须跑赢单传感器小模型与通用 TSFM。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538728"/>
            <a:ext cx="11430000" cy="694944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38728"/>
            <a:ext cx="164592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先打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538728"/>
            <a:ext cx="914400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腕上微手势 Pack：90 天交出「加 IMU，微点稳、抖动滤掉」。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315968"/>
            <a:ext cx="11430000" cy="694944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315968"/>
            <a:ext cx="164592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随后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4315968"/>
            <a:ext cx="914400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写字 → IMU + TP 联动 → 新传感器模板；每步只加传感器，不改双头。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093208"/>
            <a:ext cx="11430000" cy="694944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093208"/>
            <a:ext cx="164592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不做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5093208"/>
            <a:ext cx="914400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芯片、整机、眼镜整机、医疗级注册、万能即插即用承诺。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56832"/>
            <a:ext cx="84124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AI 物理感知  ·  决策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6656832"/>
            <a:ext cx="146304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8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