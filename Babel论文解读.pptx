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论文解读  ·  ACM SenSys 2025  ·  arXiv:2407.17777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A Scalable Pre-trained Model for Multi-Modal Sensing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via Expandable Modality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Dai, Jiang, Yang, Cao, Li, Banerjee, Qiu  ·  UW–Madison / MSR / HKUST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58768"/>
            <a:ext cx="10424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核心命题：传感领域没有 CLIP 那种「全模态成对数据」。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Babel 把 N 路对齐拆成一串二元对齐，用部分成对数据对齐 6 种传感模态。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想法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共享模态当桥，不必 N 元组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512064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521208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53212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模态塔 + 原型网 + 自适应权重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512064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521208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553212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单模态 +12%  ·  融合最高 +22%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355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  一页读懂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Babel 要解决的不是「再做一个更大的融合网络」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而是：成对数据极少时，如何把多种物理传感器拉进同一个表示空间。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44168"/>
            <a:ext cx="1463040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99032"/>
            <a:ext cx="93268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CLIP 用 4 亿图文对；公开传感成对数据只有 600–4.2 万。没有 6 模态同时成对的数据集。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31720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41448"/>
            <a:ext cx="1463040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96312"/>
            <a:ext cx="93268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① 单模态编码器已经很强（如 LIMU-BERT）。② 不同数据集共享桥接模态（骨架、视频、Wi‑Fi）。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429000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38728"/>
            <a:ext cx="1463040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593592"/>
            <a:ext cx="93268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N 路对齐 → 一串二元对齐。冻结编码器，只训对齐头；用原型网络避免灾难遗忘。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26279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636007"/>
            <a:ext cx="1463040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690871"/>
            <a:ext cx="93268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预训练后，任选 1 路或多路模态做下游，不必为每种组合重训主干。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总览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  想法  · 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把 CLIP 那套直接搬到传感，会卡在两层数据稀缺上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现有工作要么只对齐 2–3 路，要么把 IMU 塞进 VLM 后几乎不可用。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稀缺 A  ·  成对样本不够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21208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CLIP 预训练约 4×10⁸ 图文对。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公开多模态传感数据集通常只有 600–42,000 对。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Wi‑Fi CSI、mmWave、LiDAR 采集要专用硬件，不可能靠互联网爬取。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从零训对齐编码器，样本不够收敛。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稀缺 B  ·  多模态同时成对不存在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16636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对齐 N 路通常需要 N 元组样本。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公开数据最多覆盖子集：没有「六模态同时出现」的包。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Cosmo 只能在同一数据集内融 RGB/深度/IMU。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ImageBind / OneLLM 对 IMU 几乎只吃 Ego4D，HAR 上约 5–7%。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想法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  想法  ·  关键观察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数据不够，但「单模态编码器」和「共享桥」够用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这两条观察直接决定了后面三块算法。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669280" cy="3520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观察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212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传感信号有明确物理含义，成熟单模态编码器已经抽出可迁移特征。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52120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因此不必从随机初始化学编码器。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冻结预训练塔，只训很薄的对齐 MLP（PEFT / LiT 思路）。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成对样本需求大幅下降。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577840" cy="3520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观察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166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几乎没有三路以上全配对，但大量二元数据集共享同一模态。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51663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共享模态可以当桥：IMU–骨架、骨架–视频、骨架–Wi‑Fi、Wi‑Fi–mmWave、视频–LiDAR。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五次二元对齐，覆盖六路模态。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所以  ·  把 N 模态对齐改写成「沿桥生长的二元对齐序列」。这就是 expandable modality alignment。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想法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  想法  ·  数据桥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六模态不靠一个超级数据集，靠五座「两两配对」的桥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预训练自监督，不用活动标签。深度被转成骨架，文中 depth ≈ skeleton。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2240280" cy="2880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057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↔  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UTD-MHAD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613 训练对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280160"/>
            <a:ext cx="2240280" cy="2880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417320"/>
            <a:ext cx="2057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骨架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↔  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19456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Kinetics-400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06324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23.5 万 训练对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280160"/>
            <a:ext cx="2240280" cy="2880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1417320"/>
            <a:ext cx="2057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骨架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↔  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219456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OPERANet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306324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2.5 万 训练对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280160"/>
            <a:ext cx="2240280" cy="2880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8936" y="1417320"/>
            <a:ext cx="2057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Wi-Fi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↔  mmWave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219456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XRF55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306324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3.0 万 训练对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280160"/>
            <a:ext cx="2240280" cy="2880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417320"/>
            <a:ext cx="2057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视频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↔  LiDAR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219456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MM-Fi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3063240"/>
            <a:ext cx="2057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1.8 万 训练对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4340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480560"/>
            <a:ext cx="1106424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论文默认生长顺序（§7.4）：IMU+骨架 → 视频挂到骨架 → Wi‑Fi 挂到骨架 → mmWave 挂到 Wi‑Fi → LiDAR 挂到视频。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UTD-MHAD 另做 600× 增强（降采样模拟不同采样率 + 动作截断模拟不完整活动）。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想法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架构  ·  总图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三块积木：模态塔、可扩展主干、自适应训练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对应论文 §4 / §5 / §6。部署时任选已对齐模态，接一个很浅的下游头。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337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① 预训练模态塔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337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冻结的单模态编码器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+ 可训的 Concept Alignment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3337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回答：成对样本太少怎么办？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不重训编码器。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337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② 可扩展网络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337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Trunk + Branch + Junction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共享 Prototype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794760"/>
            <a:ext cx="3337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回答：没有 N 元组怎么办？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二元生长，桥接遗忘。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17320"/>
            <a:ext cx="3337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③ 自适应训练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337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对比损失按梯度范数加权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原型网用 EMA + 蒸馏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94760"/>
            <a:ext cx="3337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回答：新模态会冲掉旧对齐吗？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弱模态靠向强模态。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架构  ·  模态塔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每路传感器 = 领域编码器（冻）+ 对齐 MLP（训）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选型原则：有物理含义的用信号处理；噪声大的用深度学习；避免域差过大的预训练权重。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1673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LIMU-BERT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多 IMU 数据集预训练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对齐头输入维  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07008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1673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骨架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82496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ST-GCN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1284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NTU-RGBD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7004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对齐头输入维  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07008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1673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视频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82496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ResNet3D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Kinetics-400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7004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对齐头输入维  512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01568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1129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Wi-Fi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77056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ViT + CNN-GRU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0740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塔增强，UT-HAR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6460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对齐头输入维  900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401568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51129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mmWave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877056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多普勒/角度 FFT + ResNet18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40740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信号处理 + 空间网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6460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对齐头输入维  1024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401568"/>
            <a:ext cx="3703320" cy="2011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511296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77056"/>
            <a:ext cx="3337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Point Transformer + ST-GCN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07408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ModelNet40 + NTU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6460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对齐头输入维  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架构  ·  二元对齐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对齐时只更新 Concept Alignment，对比损失是双向 InfoNCE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batch=256 → 256 个正对、65,280 个负对。温度 τ = 0.07。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7223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一次迭代在做什么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676656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1. 从成对数据集抽 batch：同一活动、同时刻的 (χα, χβ)。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2. 正对：同一序号的两路信号。负对：batch 内交叉配对。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3. 冻编码器，两路过各自对齐 MLP，算余弦相似度。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4. 双向损失 Lαβ = (Lα←β + Lβ←α) / 2，反传只进对齐头。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下游：各模态对齐 embedding 直接拼接，接 2 层 MLP，one-shot 即可。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234440"/>
            <a:ext cx="4023360" cy="45262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3716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Wi-Fi 为何要塔增强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20240"/>
            <a:ext cx="365760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CSI 噪声大，单一预训练编码器不够。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同一模态建两个塔（ViT 与 CNN-GRU），用同一样本的正对把两个编码器对齐，相当于弱学习器集成。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这是针对「脏传感」的工程补丁，不是装饰。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架构  ·  生长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新模态不是重训全集，而是挂到主干的「路口」上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直接更新路口塔会冲掉已经对齐的旁路。所以要有共享的原型网络。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23774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Trunk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207008"/>
            <a:ext cx="84124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先用 Eαβ 对齐 α 与 β，得到主干 Hαβ。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8600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3774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Junction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84124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新模态 κ 只与 α 成对 → α 是路口。取出已训的 Γα。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64991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1"/>
            <a:ext cx="23774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64991"/>
            <a:ext cx="84124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新建 Γκ，用 Eακ 把分支对齐到路口。称为 growth。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43984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43984"/>
            <a:ext cx="23774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Prototype 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443984"/>
            <a:ext cx="841248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接在每个对齐头之后、全模态共享的 2–4 层 MLP。协调旧知识与新洞察。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架构  ·  自适应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生长时谁该被谁拉近，由梯度范数当场决定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不可靠的新模态应靠向已对齐主干，而不是把主干拽歪。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7223760" cy="4553712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加权双向对比  （公式 5–7）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676656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L = [ wα←β · Lα←β + wβ←α · Lβ←α ] / 2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权重 w ∝ 1 / ‖∇‖，再归一化使两者之和为 1。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直觉：某方向梯度小 → 该侧更稳，给更大权重，让另一侧靠过来。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分支梯度大（离对齐还远）→ 加大路口权重，把新模态「拉进」主干。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论文 Fig.6：Wi‑Fi 并入骨架时，骨架权重起初接近 1，约 6000 step 后才开始双向交换知识。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207008"/>
            <a:ext cx="4023360" cy="4553712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35331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原型网怎么更新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20240"/>
            <a:ext cx="365760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指数滑动平均（EMA）：慢速吸收新信息，保住已有原型。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辅以知识蒸馏，减少生长时的灾难遗忘。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结构刻意保持简单，才能跨数据集、跨任务反复增强同一套共享参数。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  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相对 Cosmo / ImageBind / CLIP，Babel 真正新的是「可扩展」而不是「对比学习」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对比学习本身不是贡献。贡献是：在传感数据约束下让对比学习能长到六路。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18488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可扩展对齐范式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67128"/>
            <a:ext cx="33832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首次把传感基础模型的 N 路对齐写成二元生长链，部署时可任选子集，不必为组合重训。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0700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16736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618488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预训练模态塔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167128"/>
            <a:ext cx="33832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复用 LIMU-BERT 等单模态塔 + 冻结编码器。没有塔，论文写明：样本太少，训练不收敛。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0700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316736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18488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原型网络抗遗忘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167128"/>
            <a:ext cx="33832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共享 MLP 编码已对齐的公共特征。去掉它，旧模态相对掉点约 44.7%（UTD-MHAD）。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7588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785616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087368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梯度自适应权重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636008"/>
            <a:ext cx="33832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按 batch 梯度范数分配谁靠谁。去掉自适应，整体最多掉 7.2%。生长顺序变得不敏感。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67588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3785616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087368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脏模态塔增强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636008"/>
            <a:ext cx="33832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Wi‑Fi 用双编码器集成，避免单一弱塔拖垮桥。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75888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85616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087368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接生成与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636008"/>
            <a:ext cx="33832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对齐空间可接到 unCLIP（传感成像）和 Video-LLaMA（IMU 不重训即可被语言理解）。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创新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实验  ·  怎么评才公平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One-shot HAR：每类只用 1 个样本微调分类头，测的是表征而不是刷标签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传感标注贵，one-shot 比全监督更能说明「这是不是基础模型」。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5669280" cy="4572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21208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预训练 5 集：UTD-MHAD、MM-Fi、OPERANet、XRF55、Kinetics-400。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评测 8 集：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域内 4 = 上述除 Kinetics 外的测试对。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域外 4 = UCI、Widar3.0、mRI、MSRAction3D（预训练完全没见过）。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训练：AdamW，lr=1e-4，bs=256，两张 A100 约 20 小时对齐六模态。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07008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166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单模态 SOTA：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LIMU-BERT / SenseFi / MARS / PointTransformer / ResNet3D / ST-GCN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多模态融合：Cosmo（需同一数据集内全模态共存）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MLLM：OneLLM（Meta-Transformer）、M4（ImageBind）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它们实际几乎只支持 IMU，且跨域很弱。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结果  ·  单模态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对齐之后，即使只用一路传感器，弱模态也能从强模态「借」到表示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域内六模态平均 +12%，最高约 +20%。视频已经很强，只再涨约 2%。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44168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IMU  ·  UTD-MHAD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01368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20.19% → 31.77%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41448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vs LIMU-BERT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07008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344168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Wi-Fi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01368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+10.74%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441448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相对 SenseFi 量级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07008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344168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mmWave  ·  XRF55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01368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30.32% → 50.30%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41448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弱射频收益最大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355848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493008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LiDAR  ·  MM-Fi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950208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28.43% → 43.91%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590288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点云同样受益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355848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3493008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950208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约 +2%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590288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强模态可借出、少借入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355848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493008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域外 IMU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950208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74.9%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590288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预训练未见该集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结果  ·  域外与融合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没见过的数据集上仍然涨；任意组合都能融，不必出现在预训练对里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域外相对随机猜测：IMU 4.5×、Wi‑Fi 7.6×、mmWave 5×、LiDAR 10.4×。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域外单模态相对 SOTA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mmWave  +14.6%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LiDAR   +13.1%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Wi-Fi    +5.3%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07008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5166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域内融合例子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1663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UTD  IMU+Video  33.17%  （高于任一路）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XRF55  Wi-Fi+mmWave  58.97%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预训练没有 IMU–Video 对，照样能融。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20440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域外 mRI 融合 vs 多模态基线（表 2）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862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977639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Vision+IMU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3434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91.7%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02920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基线 89.6%  (+2.3)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8862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3977639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Vision+mmWave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3434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64.6%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502920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基线 58.4%  (+10.7)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977639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IMU+mmWave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3434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86.5%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502920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基线 75.0%  (+13.5)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886200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3977639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三路全部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3434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92.8%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502920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基线 85.4%  (+8.6)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结果  ·  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同样数据下也强于 Cosmo；对 MLLM 的差距说明「把 IMU 塞进视觉空间」不够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摘要中的「融合最高 +22%、相对 MLLM +25.2%」来自这一组对照。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5669280" cy="4572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vs Cosmo  ·  UTD IMU–骨架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21208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公平设置：同一对数据、只对齐 2 路、训练 10 次随机种子。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Cosmo 平均 56.3%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双模态 Babel  61.46%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若下游都改成简单 MLP（Cosmo 不再用它那套迭代融合）：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Cosmo(G) 41%  →  Babel 约再高 20 个点。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把预训练扩到 6 路后，同一 IMU–骨架任务到 63.02%。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多对齐的模态会回流，帮助没在该任务里出现的组合。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07008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vs MLLM  ·  表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166360" cy="3611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OneLLM  IMU  6.5%   Video  6.51%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M4/ImageBind  IMU  5.77%  Video  7.44%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其余 Wi‑Fi / mmWave / 骨架 / LiDAR：不支持。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Babel  UTD IMU  31.77%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       Video 21.35%  Wi‑Fi 33.89%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       mmWave 50.30%  骨架 61.06%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       LiDAR 43.91%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原因：MLLM 的 IMU 基本只在 Ego4D 上对齐，跨到 HAR 设备就塌。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结果  ·  消融与开销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三块积木都不是可选项；生长顺序几乎不影响终局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这是「创新点」能成立的定量证据。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去掉预训练塔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5146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样本太少，训练不收敛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07008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53312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去掉原型网络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25146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引入新模态后，旧模态相对掉 ~44.7%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07008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53312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去掉自适应权重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25146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整体最多 -7.2%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07008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353312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换生长顺序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57400"/>
            <a:ext cx="25146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IMU 波动 &lt;3%，Wi‑Fi &lt;2%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11430000" cy="21031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94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系统开销（A100，单样本）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06240"/>
            <a:ext cx="109728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对齐 MLP 只增加约 8% 推理延迟（IMU：编码器 182.4 ms，对齐头 10.1 ms）。原型网 &lt;1 ms。多模态塔可并行。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权重磁盘约 1.1 GB；按选用模态，FP32 显存 1.4–9.92 GB。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结果  ·  两个案例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统一空间一旦成立，就能接到扩散模型和 LLM，而不用为传感重训它们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这是「基础模型」叙事的完成件，但论文自己也说仍是初步验证。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5669280" cy="4572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传感成像  ·  Babel ⊕ unCLIP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21208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把 unCLIP 的图像编码器挂进 Babel，用 L1 把传感 embedding 对齐到图像空间。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输入：挥手动作的 IMU。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环境与画风：文本 prompt。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输出：扩散模型生成「看起来在挥手」的图。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意义：非视觉传感器可以检索视觉表征——无线/惯性「成像」的一条路径。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07008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5166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桥接 LLM  ·  Babel ⊕ Video-LLaMA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16636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冻结 Video-LLaMA 视频编码器，让 Babel 所有模态向它对齐（L1）。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输入挥手 IMU → Babel → Video-LLaMA。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LLM 未在 IMU 上特训，仍能区分挥手 vs 下蹲。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局限（§9）：现在是绕视频空间间接对齐，未来应直接映射到 LLM 原生空间。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5  带走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Babel 的可迁移结论：物理传感器对齐，先找桥，再冻塔，再管遗忘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代码 aka.ms/project-babel。局限：主任务仍是 HAR；定位/导航等未验证。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64592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想法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07008"/>
            <a:ext cx="91440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成对数据与 N 元组是传感多模态的真约束。共享模态当桥，N 路可以拆成二元链。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8600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64592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86000"/>
            <a:ext cx="91440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冻编码器 + 薄对齐头；Trunk/Branch/Junction；共享原型网；梯度加权 + EMA。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64991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1"/>
            <a:ext cx="164592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364991"/>
            <a:ext cx="91440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可扩展，而不是又一个对比学习。消融证明塔、原型、自适应三者缺一不可。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43984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43984"/>
            <a:ext cx="164592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443984"/>
            <a:ext cx="914400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单模态平均 +12%；融合最高 +22%；IMU 31.77% vs MLLM ~6%；旧模态抗遗忘靠原型网。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595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Babel  ·  SenSys 2025  ·  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18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