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立项汇报  ·  参考 TimesFM-3：多变量时序可以零样本预测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AI 物理感知平台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把 IMU / TP 做成可复用的分类与预测工具链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0424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TimesFM-3：330M / 1T+ 点，多目标 + 协变量，一次前向出整段 horizon。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它不懂传感器时钟、量纲、丢包，也不做分类。我们补：切窗 → token → 分类头 + 预测头 → Eval。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51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IMU + TP 时序工具平台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51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389120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怎么验证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8006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跑赢小模型与 TimesFM-3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4251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4389120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先打哪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48006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腕上微手势 Pack（IMU）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  ·  8 页汇报版  ·  IMU / TP  ·  对照 TimesFM-3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0807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  /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  请拍板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立项只拍三件事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其余页只为这三句补材料。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09728" cy="4526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1  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337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IMU + TP 时序工具平台。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Ingest · Tokenizer · 分类头 ·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一次前向预测头 · Eval。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不做语言大模型、世界视频、芯片、整机。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34440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109728" cy="4526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2  怎么验证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337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每个 Pack 必须跑赢两类基线：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单传感器小模型、TimesFM-3。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9768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TimesFM 加协变量不加分，我们也不算赢。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234440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109728" cy="4526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4173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3  先打哪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011680"/>
            <a:ext cx="3337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腕上微手势 Pack（IMU）。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分类：微点 / 捏合 / 滑动；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预测：下一窗腕部角速度。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29768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90 天演示「加 IMU 才稳」。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 物理感知  ·  拍板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1  为什么现在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TimesFM-3 已证明多变量时序基础模型成立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Google Research，2026-08-31。GIFT-Eval / FEV-Bench / TIME：点预测与概率预测双第一。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5257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抄什么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57400"/>
            <a:ext cx="5257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Patch=32；交替注意力（时间 × 变量）；连续掩码一次解码；9 分位数；协变量接口。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463040"/>
            <a:ext cx="5257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它缺什么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057400"/>
            <a:ext cx="5257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不管采样率、时钟、丢包、坐标系；不做手势 / 笔画分类；权重非商用。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20040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29000"/>
            <a:ext cx="5257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物理感知怎么接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23360"/>
            <a:ext cx="5257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IMU / TP 就是多目标 + 协变量：角速度、加速度、触点、压力共同演化。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0040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429000"/>
            <a:ext cx="5257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端侧先例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4023360"/>
            <a:ext cx="5257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LIMU-BERT：IMU 掩码预训练，手机可实时跑。TimesFM 走云，我们走自有工具链。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92531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925312"/>
            <a:ext cx="9144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25312"/>
            <a:ext cx="109728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所以  ·  抄 TimesFM-3 的多变量预测范式；补分类头、传感器 Ingest、以及可商用的自有权重路径。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 物理感知  ·  为什么现在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  工具栈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对照 TimesFM-3：同一套主干，多一个分类头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场景只换标签与视界。预训练默认连续掩码，一次前向出整段预测。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09728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88720"/>
            <a:ext cx="31089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Scene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188720"/>
            <a:ext cx="3657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微手势 / 写字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188720"/>
            <a:ext cx="38404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标签 + 视界 + 协变量清单 + 失败样例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0312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109728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03120"/>
            <a:ext cx="31089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Classify + 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103120"/>
            <a:ext cx="3657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双头共用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103120"/>
            <a:ext cx="38404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分类看当前窗；预测一次填出 horizon（9 分位数）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01752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109728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17520"/>
            <a:ext cx="31089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PhysTokenizer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017520"/>
            <a:ext cx="3657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IMU / TP 分传感器 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017520"/>
            <a:ext cx="38404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抄 patch + 分序列归一化；IMU 与 TP 可做变量注意力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93192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109728" cy="8229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31920"/>
            <a:ext cx="31089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PhysIngest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931920"/>
            <a:ext cx="3657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切窗 · 时钟 · 量纲 · 质量位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931920"/>
            <a:ext cx="38404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把 IMU 高频流与 TP 事件流对齐成 TimesFM 式多变量窗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84632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846320"/>
            <a:ext cx="109728" cy="8229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46320"/>
            <a:ext cx="31089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PhysEval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846320"/>
            <a:ext cx="3657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分类 F1 + 预测 MAE / 覆盖率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846320"/>
            <a:ext cx="384048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对照小模型，以及 TimesFM-3 单变量 / 多变量两种模式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 物理感知  ·  工具栈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3  两个传感器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IMU 与 TP 按 TimesFM 三类输入来接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多目标 + 历史协变量 + 未来已知协变量。预训练：连续掩码填 horizon。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1430000" cy="457200"/>
          </a:xfrm>
          <a:prstGeom prst="roundRect">
            <a:avLst>
              <a:gd name="adj" fmla="val 8000"/>
            </a:avLst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2743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传感器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188720"/>
            <a:ext cx="2743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TimesFM 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188720"/>
            <a:ext cx="2743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分类（现在是什么）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188720"/>
            <a:ext cx="2743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预测（下一窗怎样）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3736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274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737360"/>
            <a:ext cx="274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目标 + 历史协变量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37360"/>
            <a:ext cx="274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微点 / 捏合 / 滑动 / 静止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737360"/>
            <a:ext cx="2651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下一 0.5–1 s 角速度（分位数去抖）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4320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274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743200"/>
            <a:ext cx="274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目标 + 未来已知触点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743200"/>
            <a:ext cx="27432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笔画类别 / 起笔落笔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743200"/>
            <a:ext cx="2651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下一触点轨迹与压力（提前一画）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86200"/>
            <a:ext cx="11430000" cy="1737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0233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对应 TimesFM 的冰淇淋例子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4805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TimesFM：促销计划是未来已知协变量，销量才会在促销日抬高。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我们：写字时 IMU 是「手在动」，TP 是「笔已落」的已知触点——加 TP 后落笔预测必须更好，否则不算多传感。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 物理感知  ·  两个传感器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4  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每个 Pack 必须跑赢小模型，以及 TimesFM-3 两种模式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自己也分单变量 / 多变量：多变量必须再涨一截，我们同样要求。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11430000" cy="457200"/>
          </a:xfrm>
          <a:prstGeom prst="roundRect">
            <a:avLst>
              <a:gd name="adj" fmla="val 8000"/>
            </a:avLst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基线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基线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我们要求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55648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5564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微手势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75564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IMU 小模型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5564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单变量预测角速度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75564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手势 F1 更好；去抖 MAE / 分位数覆盖率更好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15768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1576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写字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71576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TP 小模型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1576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多变量（IMU+TP）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715768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加 TP 后笔画 F1 与轨迹误差必须再涨，否则不算赢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80"/>
            <a:ext cx="11430000" cy="17830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77639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失败样例必须入库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434840"/>
            <a:ext cx="109728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微手势：日常抖腕误判为捏合；写字：悬停抖动误判为起笔、快速连笔轨迹断裂。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每类失败都要能在 Eval 里复现，并作为下一版预训练数据。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 物理感知  ·  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5  第一包与路线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90 天先打通微手势 Pack，再复用到写字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第一包只证明一件事：IMU 进工具链后，分类与预测都更好。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为什么先打微手势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502920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手表 / 手环 / XR 腕带都在，数据好录。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分类与预测当场能看：微点是否识别、抖动是否滤掉。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是眼镜 / XR「无屏交互」的卡点场景。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07008"/>
            <a:ext cx="5760720" cy="233172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353312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90 天交什么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53035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冻结 IMU 窗 schema（采样率 / 时钟 / 坐标系）。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交付 Ingest + IMU Tokenizer + 分类 / 预测双头。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Eval 对照：IMU 小模型 + TimesFM-3 单变量 / 多变量。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794760"/>
            <a:ext cx="283464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794760"/>
            <a:ext cx="283464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400507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P0  0–3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4348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微手势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892040"/>
            <a:ext cx="2514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分类微点 / 捏合；预测去抖。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82696" y="3794760"/>
            <a:ext cx="283464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82696" y="3794760"/>
            <a:ext cx="283464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400507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P1  3–6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44348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写字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4892040"/>
            <a:ext cx="2514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分类起笔落笔；预测下一触点。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794760"/>
            <a:ext cx="283464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3794760"/>
            <a:ext cx="2834640" cy="914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400507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P2  6–12 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44348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IMU + TP 联动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892040"/>
            <a:ext cx="2514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TP 当协变量；必须涨过分位数基线。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08008" y="3794760"/>
            <a:ext cx="2834640" cy="19659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08008" y="3794760"/>
            <a:ext cx="28346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4005072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P3  12–18 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443484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新传感器模板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892040"/>
            <a:ext cx="2514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按同一接口再接下一类传感器。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 物理感知  ·  第一包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请拍板的就是封面那三句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抄 TimesFM-3 的多变量预测；补分类、传感器 Ingest、可商用路径。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11430000" cy="694944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164592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207008"/>
            <a:ext cx="914400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本版只讲 IMU 与 TP；后续传感器按同一多变量接口接入。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84248"/>
            <a:ext cx="11430000" cy="694944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84248"/>
            <a:ext cx="164592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984248"/>
            <a:ext cx="914400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Ingest + IMU/TP Tokenizer + 分类头 + 一次前向预测头（分位数）+ Eval。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61488"/>
            <a:ext cx="11430000" cy="694944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61488"/>
            <a:ext cx="164592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761488"/>
            <a:ext cx="914400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每个 Pack 跑赢小模型，以及 TimesFM-3 单变量 / 多变量两种模式。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538728"/>
            <a:ext cx="11430000" cy="694944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38728"/>
            <a:ext cx="164592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先打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538728"/>
            <a:ext cx="914400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腕上微手势 Pack：90 天交出「加 IMU，微点稳、抖动滤掉」。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315968"/>
            <a:ext cx="11430000" cy="694944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315968"/>
            <a:ext cx="164592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随后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315968"/>
            <a:ext cx="914400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写字 Pack 验证「加 TP 作为协变量必须更好」→ 新传感器模板。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093208"/>
            <a:ext cx="11430000" cy="694944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93208"/>
            <a:ext cx="164592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不做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093208"/>
            <a:ext cx="9144000" cy="6949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芯片、整机、用 TimesFM-3 权重做商用、万能即插即用承诺。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 物理感知  ·  决策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