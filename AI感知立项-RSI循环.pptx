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2"/>
          </p14:sldIdLst>
        </p14:section>
        <p14:section name="章节页" id="{FD05EE94-C931-8C4B-83A2-004B32AA1207}">
          <p14:sldIdLst>
            <p14:sldId id="281"/>
            <p14:sldId id="28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=""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1556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立项  ·  AI 感知研究方向  ·  北极星：关键场景感知精度 &gt; 99%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155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RSI 三要素：改什么、谁来判、分数怎么回到下一轮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987552"/>
            <a:ext cx="3749039" cy="2907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2B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3749039" cy="73152"/>
          </a:xfrm>
          <a:prstGeom prst="rect">
            <a:avLst/>
          </a:prstGeom>
          <a:solidFill>
            <a:srgbClr val="62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097280"/>
            <a:ext cx="349300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2B230"/>
                </a:solidFill>
                <a:latin typeface="Microsoft YaHei"/>
                <a:ea typeface="Microsoft YaHei"/>
                <a:cs typeface="Microsoft YaHei"/>
              </a:rPr>
              <a:t>小循环  ·  一次训练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444752"/>
            <a:ext cx="349300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改什么（决策变量）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学习率、增强、阈值、早停。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029968"/>
            <a:ext cx="349300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谁来判（评估器）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验证集 loss、单次四分类、200ms 内是否稳住。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615184"/>
            <a:ext cx="34930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分数怎么回来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一次训练结束打分，留下更好的超参再训。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3401568"/>
            <a:ext cx="34930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2B230"/>
                </a:solidFill>
                <a:latin typeface="Microsoft YaHei"/>
                <a:ea typeface="Microsoft YaHei"/>
                <a:cs typeface="Microsoft YaHei"/>
              </a:rPr>
              <a:t>上期人手    本期仍人手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987552"/>
            <a:ext cx="3749039" cy="2907792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587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987552"/>
            <a:ext cx="3749039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1097280"/>
            <a:ext cx="349300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中循环  ·  算法方案  ·  本期自动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1444752"/>
            <a:ext cx="349300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改什么（决策变量）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融合怎么拼、模型骨架、训练配方、窗口与拒识门限。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029968"/>
            <a:ext cx="349300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谁来判（评估器）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冻结评测集：精度、跨机型衰减、时延、误触。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615184"/>
            <a:ext cx="34930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分数怎么回来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出方案 → 打分 → 更好才留下 → 自动再出一版。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3401568"/>
            <a:ext cx="34930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上期人手    本期机器转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987552"/>
            <a:ext cx="3749039" cy="2907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D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987552"/>
            <a:ext cx="3749039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5" y="1097280"/>
            <a:ext cx="349300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大循环  ·  问题定义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5" y="1444752"/>
            <a:ext cx="349300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改什么（决策变量）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关键场景边界、&gt;99% 口径、类别够不够、数据补哪里。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5" y="2029968"/>
            <a:ext cx="3493008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谁来判（评估器）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现网跟手率、误触、机型覆盖、失效清单是否关掉。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5" y="2615184"/>
            <a:ext cx="3493008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分数怎么回来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只回答「问题要不要改」。算法不许改自己的评分规则。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5" y="3401568"/>
            <a:ext cx="3493008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上期人手    本期仍人拍板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005072"/>
            <a:ext cx="11338560" cy="1664208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078224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落到智感握姿：边框电容 + IMU + 接近光  →  左手 / 右手 / 双手 / 未握持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89120"/>
            <a:ext cx="1097280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小循环：调电容阈值、IMU 增强、切换平滑。裁判 = 验证集四分类。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中循环：启发式拼接 vs 统一 token 融合；要不要线性探针；壳 / 手套怎么进训练集。裁判 = 冻结集精度、跨机型掉分、切换 ≤ 200ms。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大循环：壳 &gt; 3mm、戴手套算不算关键场景；&gt;99% 含不含切换过程。口径一改，评估器重写，中循环重跑。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上期：三层都是人改、人跑、人看。本期：只让中层自动改、自动跑、自动留。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79008"/>
            <a:ext cx="11247120" cy="676656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587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779008"/>
            <a:ext cx="73152" cy="67665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79008"/>
            <a:ext cx="108813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所以  ·  上期证明三层循环都能用手转；精度从「能用」到「&gt;99%」卡在算法方案搜索。本期只自动转中循环。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感知立项  ·  RSI 抽象与实例化    |    Security Level: Internal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1  / 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15568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立项  ·  2～3 年路标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1556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应用定「评到哪」，技术定「谁来改」，两条路标锁在一起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987552"/>
            <a:ext cx="3749039" cy="3584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3749039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097280"/>
            <a:ext cx="349300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Y1  本期  ·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444752"/>
            <a:ext cx="349300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智感握姿 + 手表手势（敲一敲 / 划一划），关键场景精度 &gt; 99%，现网可交。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2340864"/>
            <a:ext cx="349300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中循环自动迭代上线：冻结评估器 + 方案搜索器。小循环、大循环仍人手。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3328416"/>
            <a:ext cx="349300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互锁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握姿 / 手势的精度、时延、误触写成中循环评估器。搜不到 &gt;99%，应用升不了级。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987552"/>
            <a:ext cx="3749039" cy="3584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D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987552"/>
            <a:ext cx="3749039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097280"/>
            <a:ext cx="349300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Y2  +1 年  ·  2027–28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444752"/>
            <a:ext cx="349300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换机、换人、跑步 / 骑行 / 滑雪，精度不掉档；左右手、壳、手套也能用。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340864"/>
            <a:ext cx="349300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评估器加上跨设备 / 跨用户衰减；个性化适配纳入中循环搜索空间。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3328416"/>
            <a:ext cx="349300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互锁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应用要「换机换人还 &gt;99%」，技术就把掉分写进裁判。不写，机器会刷单机分数。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987552"/>
            <a:ext cx="3749039" cy="3584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30B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987552"/>
            <a:ext cx="3749039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5" y="1097280"/>
            <a:ext cx="3493008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Y3  +2 年  ·  2028–29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5" y="1444752"/>
            <a:ext cx="3493008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新特性注册即用，不再为每个场景重训；延展到运动健康 / 工业。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5" y="2340864"/>
            <a:ext cx="349300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大循环半自动：机器建议场景边界，人拍板。物理 token 进入大模型。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5" y="3328416"/>
            <a:ext cx="349300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互锁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应用要「新场景不重训」，评估器必须可插拔、接口不变。大循环仍不让算法改口径。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681728"/>
            <a:ext cx="11338560" cy="987552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7548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互锁怎么转（一条环，不是两条平行线）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29200"/>
            <a:ext cx="109728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应用给出场景和数字 → 写成评估器（冻结，循环外）→ 卡住中循环搜索 → 搜出的方案回填应用 → 应用加新场景 → 评估器升级。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评估器不让被搜的算法改掉，防止刷分。&gt;99% 只认冻结协议上的数。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779008"/>
            <a:ext cx="11247120" cy="676656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587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779008"/>
            <a:ext cx="73152" cy="67665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779008"/>
            <a:ext cx="108813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所以  ·  本期立项交付物 = 中循环自动迭代器 + 握姿/手势冻结评估器，用来锁死 Y1 的 &gt;99%。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感知立项  ·  路标互锁    |    Security Level: Internal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2  /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88</TotalTime>
  <Words>55</Words>
  <Application>Microsoft Office PowerPoint</Application>
  <PresentationFormat>自定义</PresentationFormat>
  <Paragraphs>49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黑体</vt:lpstr>
      <vt:lpstr>Microsoft YaHei</vt:lpstr>
      <vt:lpstr>Arial</vt:lpstr>
      <vt:lpstr>Calibri</vt:lpstr>
      <vt:lpstr>Calibri Light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Hanke (A)</cp:lastModifiedBy>
  <cp:revision>11</cp:revision>
  <dcterms:created xsi:type="dcterms:W3CDTF">2018-12-05T07:23:25Z</dcterms:created>
  <dcterms:modified xsi:type="dcterms:W3CDTF">2021-01-28T09:59:27Z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