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8" r:id="rId1"/>
    <p:sldMasterId id="2147483797" r:id="rId2"/>
    <p:sldMasterId id="2147483816" r:id="rId3"/>
    <p:sldMasterId id="2147483683" r:id="rId4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5"/>
    <p:sldId id="261" r:id="rId16"/>
    <p:sldId id="262" r:id="rId17"/>
    <p:sldId id="263" r:id="rId18"/>
  </p:sldIdLst>
  <p:sldSz cx="12196763" cy="6858000"/>
  <p:notesSz cx="6858000" cy="9144000"/>
  <p:defaultTextStyle>
    <a:defPPr>
      <a:defRPr lang="en-US"/>
    </a:defPPr>
    <a:lvl1pPr marL="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4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7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71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957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196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43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67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913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页_图片版" id="{E8D0D622-F6C6-F44A-B365-B4A5FF6195C2}">
          <p14:sldIdLst>
            <p14:sldId id="283"/>
          </p14:sldIdLst>
        </p14:section>
        <p14:section name="目录页" id="{9D221634-295C-7843-AF5C-A0CB4F229241}">
          <p14:sldIdLst>
            <p14:sldId id="282"/>
          </p14:sldIdLst>
        </p14:section>
        <p14:section name="章节页" id="{FD05EE94-C931-8C4B-83A2-004B32AA1207}">
          <p14:sldIdLst>
            <p14:sldId id="281"/>
            <p14:sldId id="285"/>
          </p14:sldIdLst>
        </p14:section>
        <p14:section name="结束页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701" userDrawn="1">
          <p15:clr>
            <a:srgbClr val="A4A3A4"/>
          </p15:clr>
        </p15:guide>
        <p15:guide id="6" orient="horz" pos="2159" userDrawn="1">
          <p15:clr>
            <a:srgbClr val="A4A3A4"/>
          </p15:clr>
        </p15:guide>
        <p15:guide id="7" pos="35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1515"/>
    <a:srgbClr val="C7000B"/>
    <a:srgbClr val="575756"/>
    <a:srgbClr val="FFFFFF"/>
    <a:srgbClr val="DD4654"/>
    <a:srgbClr val="F3D2D5"/>
    <a:srgbClr val="E6A8AD"/>
    <a:srgbClr val="E57B84"/>
    <a:srgbClr val="E57984"/>
    <a:srgbClr val="BF00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91"/>
  </p:normalViewPr>
  <p:slideViewPr>
    <p:cSldViewPr snapToGrid="0" snapToObjects="1">
      <p:cViewPr varScale="1">
        <p:scale>
          <a:sx n="88" d="100"/>
          <a:sy n="88" d="100"/>
        </p:scale>
        <p:origin x="460" y="68"/>
      </p:cViewPr>
      <p:guideLst>
        <p:guide pos="3701"/>
        <p:guide orient="horz" pos="2159"/>
        <p:guide pos="35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="" xmlns:a16="http://schemas.microsoft.com/office/drawing/2014/main" id="{8CC198DB-AFBD-584A-8986-364FF2B03F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AD01315C-523F-A043-8029-B992149712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B9601424-70F4-1643-8E3A-557A0258D6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E85BF48A-FF5C-8145-95A7-EE66A87C73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095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32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5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304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957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60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26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913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566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21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0" name="Title 1">
            <a:extLst>
              <a:ext uri="{FF2B5EF4-FFF2-40B4-BE49-F238E27FC236}">
                <a16:creationId xmlns="" xmlns:a16="http://schemas.microsoft.com/office/drawing/2014/main" id="{8227DEE9-8BE9-0D49-BF96-9E83C5312E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="" xmlns:a16="http://schemas.microsoft.com/office/drawing/2014/main" id="{2F43DA98-D48D-6947-95EF-BA3B05E688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03596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智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18" name="L 形 17"/>
          <p:cNvSpPr/>
          <p:nvPr userDrawn="1"/>
        </p:nvSpPr>
        <p:spPr>
          <a:xfrm rot="5400000">
            <a:off x="5824025" y="256863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8" name="Title 1">
            <a:extLst>
              <a:ext uri="{FF2B5EF4-FFF2-40B4-BE49-F238E27FC236}">
                <a16:creationId xmlns="" xmlns:a16="http://schemas.microsoft.com/office/drawing/2014/main" id="{62AA4863-E1EF-3342-A8CB-ECD4FD06CE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95303EA-8491-464F-99A0-67F948701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84759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攀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25" r="2034" b="5607"/>
          <a:stretch/>
        </p:blipFill>
        <p:spPr>
          <a:xfrm>
            <a:off x="1" y="-36206"/>
            <a:ext cx="12196763" cy="56384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8" name="L 形 7"/>
          <p:cNvSpPr/>
          <p:nvPr userDrawn="1"/>
        </p:nvSpPr>
        <p:spPr>
          <a:xfrm rot="5400000">
            <a:off x="7929967" y="165755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6BB7B2F8-0AF7-D04F-81DD-52FDB6B732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44998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灯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="" xmlns:a16="http://schemas.microsoft.com/office/drawing/2014/main" id="{E2C11B17-3CC6-445B-AC71-74F18E4B41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" t="7030" b="11599"/>
          <a:stretch/>
        </p:blipFill>
        <p:spPr>
          <a:xfrm>
            <a:off x="0" y="0"/>
            <a:ext cx="12196763" cy="5602265"/>
          </a:xfrm>
          <a:prstGeom prst="rect">
            <a:avLst/>
          </a:prstGeom>
        </p:spPr>
      </p:pic>
      <p:sp>
        <p:nvSpPr>
          <p:cNvPr id="13" name="L 形 12">
            <a:extLst>
              <a:ext uri="{FF2B5EF4-FFF2-40B4-BE49-F238E27FC236}">
                <a16:creationId xmlns="" xmlns:a16="http://schemas.microsoft.com/office/drawing/2014/main" id="{D9C13A00-1073-4DDB-80E9-154875087B13}"/>
              </a:ext>
            </a:extLst>
          </p:cNvPr>
          <p:cNvSpPr/>
          <p:nvPr userDrawn="1"/>
        </p:nvSpPr>
        <p:spPr>
          <a:xfrm rot="5400000">
            <a:off x="5945516" y="2323519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1" name="Title 1">
            <a:extLst>
              <a:ext uri="{FF2B5EF4-FFF2-40B4-BE49-F238E27FC236}">
                <a16:creationId xmlns="" xmlns:a16="http://schemas.microsoft.com/office/drawing/2014/main" id="{C897A368-8F39-4049-9BB0-AEB315EB7E0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2621051-E1A4-A049-BF21-61B18B3483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7399749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s page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=""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=""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=""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36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1684229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3900" indent="0" algn="ctr">
              <a:buNone/>
              <a:defRPr sz="2598"/>
            </a:lvl2pPr>
            <a:lvl3pPr marL="1187798" indent="0" algn="ctr">
              <a:buNone/>
              <a:defRPr sz="2338"/>
            </a:lvl3pPr>
            <a:lvl4pPr marL="1781699" indent="0" algn="ctr">
              <a:buNone/>
              <a:defRPr sz="2079"/>
            </a:lvl4pPr>
            <a:lvl5pPr marL="2375598" indent="0" algn="ctr">
              <a:buNone/>
              <a:defRPr sz="2079"/>
            </a:lvl5pPr>
            <a:lvl6pPr marL="2969497" indent="0" algn="ctr">
              <a:buNone/>
              <a:defRPr sz="2079"/>
            </a:lvl6pPr>
            <a:lvl7pPr marL="3563396" indent="0" algn="ctr">
              <a:buNone/>
              <a:defRPr sz="2079"/>
            </a:lvl7pPr>
            <a:lvl8pPr marL="4157297" indent="0" algn="ctr">
              <a:buNone/>
              <a:defRPr sz="2079"/>
            </a:lvl8pPr>
            <a:lvl9pPr marL="4751195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="" xmlns:a16="http://schemas.microsoft.com/office/drawing/2014/main" id="{8A4EAA63-3827-DA40-B921-C01084B9DA8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36908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373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2pPr>
            <a:lvl3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3pPr>
            <a:lvl4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4pPr>
            <a:lvl5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79137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2" pos="384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42AF307D-40F4-EC4C-9108-79E948007529}"/>
              </a:ext>
            </a:extLst>
          </p:cNvPr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940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6647860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3.xml"/><Relationship Id="rId3" Type="http://schemas.openxmlformats.org/officeDocument/2006/relationships/image" Target="../media/image6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4.xml"/><Relationship Id="rId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="" xmlns:a16="http://schemas.microsoft.com/office/drawing/2014/main" id="{AF72FAD7-C8C3-754A-A498-D3A7EC29A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9309" y="6270651"/>
            <a:ext cx="1982316" cy="1536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r>
              <a:rPr kumimoji="1" lang="en-US" altLang="zh-CN" sz="1000" dirty="0"/>
              <a:t>Security Level:</a:t>
            </a:r>
            <a:endParaRPr lang="en-US" altLang="zh-CN" sz="1000" dirty="0"/>
          </a:p>
        </p:txBody>
      </p:sp>
      <p:pic>
        <p:nvPicPr>
          <p:cNvPr id="38" name="图片 37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684" y="5976168"/>
            <a:ext cx="2258389" cy="48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0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7" r:id="rId3"/>
    <p:sldLayoutId id="2147483822" r:id="rId4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59" userDrawn="1">
          <p15:clr>
            <a:srgbClr val="F26B43"/>
          </p15:clr>
        </p15:guide>
        <p15:guide id="2" pos="3841" userDrawn="1">
          <p15:clr>
            <a:srgbClr val="F26B43"/>
          </p15:clr>
        </p15:guide>
        <p15:guide id="3" pos="565" userDrawn="1">
          <p15:clr>
            <a:srgbClr val="F26B43"/>
          </p15:clr>
        </p15:guide>
        <p15:guide id="4" orient="horz" pos="4007" userDrawn="1">
          <p15:clr>
            <a:srgbClr val="F26B43"/>
          </p15:clr>
        </p15:guide>
        <p15:guide id="5" orient="horz" pos="1235" userDrawn="1">
          <p15:clr>
            <a:srgbClr val="F26B43"/>
          </p15:clr>
        </p15:guide>
        <p15:guide id="6" orient="horz" pos="553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1239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7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1463467" cy="242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74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1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74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74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999" y="6319870"/>
            <a:ext cx="1269075" cy="271153"/>
          </a:xfrm>
          <a:prstGeom prst="rect">
            <a:avLst/>
          </a:prstGeom>
        </p:spPr>
      </p:pic>
      <p:grpSp>
        <p:nvGrpSpPr>
          <p:cNvPr id="25" name="组合 24"/>
          <p:cNvGrpSpPr/>
          <p:nvPr userDrawn="1"/>
        </p:nvGrpSpPr>
        <p:grpSpPr>
          <a:xfrm>
            <a:off x="12216278" y="2931937"/>
            <a:ext cx="1982916" cy="3934682"/>
            <a:chOff x="12216278" y="2262477"/>
            <a:chExt cx="1982916" cy="4604143"/>
          </a:xfrm>
        </p:grpSpPr>
        <p:grpSp>
          <p:nvGrpSpPr>
            <p:cNvPr id="26" name="组合 25"/>
            <p:cNvGrpSpPr/>
            <p:nvPr userDrawn="1"/>
          </p:nvGrpSpPr>
          <p:grpSpPr>
            <a:xfrm>
              <a:off x="12315635" y="2262477"/>
              <a:ext cx="1883559" cy="692624"/>
              <a:chOff x="12315635" y="2207613"/>
              <a:chExt cx="1883559" cy="692624"/>
            </a:xfrm>
          </p:grpSpPr>
          <p:sp>
            <p:nvSpPr>
              <p:cNvPr id="44" name="矩形 5">
                <a:extLst>
                  <a:ext uri="{FF2B5EF4-FFF2-40B4-BE49-F238E27FC236}">
                    <a16:creationId xmlns="" xmlns:a16="http://schemas.microsoft.com/office/drawing/2014/main" id="{3B0B5EC2-EA55-CC45-A9D0-D5EA5D768C99}"/>
                  </a:ext>
                </a:extLst>
              </p:cNvPr>
              <p:cNvSpPr/>
              <p:nvPr userDrawn="1"/>
            </p:nvSpPr>
            <p:spPr>
              <a:xfrm>
                <a:off x="12315635" y="2401808"/>
                <a:ext cx="911019" cy="498429"/>
              </a:xfrm>
              <a:prstGeom prst="rect">
                <a:avLst/>
              </a:prstGeom>
              <a:solidFill>
                <a:srgbClr val="C810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186C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200/16/46</a:t>
                </a:r>
              </a:p>
            </p:txBody>
          </p:sp>
          <p:sp>
            <p:nvSpPr>
              <p:cNvPr id="45" name="矩形 9">
                <a:extLst>
                  <a:ext uri="{FF2B5EF4-FFF2-40B4-BE49-F238E27FC236}">
                    <a16:creationId xmlns="" xmlns:a16="http://schemas.microsoft.com/office/drawing/2014/main" id="{992224C5-04A6-C041-B257-13137945DBB8}"/>
                  </a:ext>
                </a:extLst>
              </p:cNvPr>
              <p:cNvSpPr/>
              <p:nvPr userDrawn="1"/>
            </p:nvSpPr>
            <p:spPr>
              <a:xfrm>
                <a:off x="13288175" y="2401808"/>
                <a:ext cx="911019" cy="498429"/>
              </a:xfrm>
              <a:prstGeom prst="rect">
                <a:avLst/>
              </a:prstGeom>
              <a:solidFill>
                <a:srgbClr val="C7000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185C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199/0/11</a:t>
                </a:r>
              </a:p>
            </p:txBody>
          </p:sp>
          <p:sp>
            <p:nvSpPr>
              <p:cNvPr id="46" name="文本框 31">
                <a:extLst>
                  <a:ext uri="{FF2B5EF4-FFF2-40B4-BE49-F238E27FC236}">
                    <a16:creationId xmlns="" xmlns:a16="http://schemas.microsoft.com/office/drawing/2014/main" id="{58918196-0639-EE4B-AFC2-315BE04587B9}"/>
                  </a:ext>
                </a:extLst>
              </p:cNvPr>
              <p:cNvSpPr txBox="1"/>
              <p:nvPr userDrawn="1"/>
            </p:nvSpPr>
            <p:spPr>
              <a:xfrm>
                <a:off x="12326898" y="2207613"/>
                <a:ext cx="38472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品牌色</a:t>
                </a:r>
              </a:p>
            </p:txBody>
          </p:sp>
        </p:grpSp>
        <p:grpSp>
          <p:nvGrpSpPr>
            <p:cNvPr id="27" name="组合 26"/>
            <p:cNvGrpSpPr/>
            <p:nvPr userDrawn="1"/>
          </p:nvGrpSpPr>
          <p:grpSpPr>
            <a:xfrm>
              <a:off x="12216278" y="3080825"/>
              <a:ext cx="1982912" cy="3785795"/>
              <a:chOff x="12216278" y="3080825"/>
              <a:chExt cx="1982912" cy="3785795"/>
            </a:xfrm>
          </p:grpSpPr>
          <p:sp>
            <p:nvSpPr>
              <p:cNvPr id="28" name="矩形 12">
                <a:extLst>
                  <a:ext uri="{FF2B5EF4-FFF2-40B4-BE49-F238E27FC236}">
                    <a16:creationId xmlns="" xmlns:a16="http://schemas.microsoft.com/office/drawing/2014/main" id="{DCA8B73C-0B87-284F-805F-752EBF20B768}"/>
                  </a:ext>
                </a:extLst>
              </p:cNvPr>
              <p:cNvSpPr/>
              <p:nvPr userDrawn="1"/>
            </p:nvSpPr>
            <p:spPr>
              <a:xfrm>
                <a:off x="12315640" y="3785971"/>
                <a:ext cx="885201" cy="462672"/>
              </a:xfrm>
              <a:prstGeom prst="rect">
                <a:avLst/>
              </a:prstGeom>
              <a:solidFill>
                <a:srgbClr val="EA5A4F"/>
              </a:solidFill>
              <a:ln>
                <a:solidFill>
                  <a:srgbClr val="EA5A4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234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90/79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29" name="矩形 13">
                <a:extLst>
                  <a:ext uri="{FF2B5EF4-FFF2-40B4-BE49-F238E27FC236}">
                    <a16:creationId xmlns="" xmlns:a16="http://schemas.microsoft.com/office/drawing/2014/main" id="{138A39A8-BB4E-CD4E-9201-F1785C874F92}"/>
                  </a:ext>
                </a:extLst>
              </p:cNvPr>
              <p:cNvSpPr/>
              <p:nvPr userDrawn="1"/>
            </p:nvSpPr>
            <p:spPr>
              <a:xfrm>
                <a:off x="12315640" y="3259312"/>
                <a:ext cx="885201" cy="462672"/>
              </a:xfrm>
              <a:prstGeom prst="rect">
                <a:avLst/>
              </a:prstGeom>
              <a:solidFill>
                <a:srgbClr val="78000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120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0/15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0" name="文本框 15">
                <a:extLst>
                  <a:ext uri="{FF2B5EF4-FFF2-40B4-BE49-F238E27FC236}">
                    <a16:creationId xmlns="" xmlns:a16="http://schemas.microsoft.com/office/drawing/2014/main" id="{8F53C07A-1022-C740-8F8D-97538E174D38}"/>
                  </a:ext>
                </a:extLst>
              </p:cNvPr>
              <p:cNvSpPr txBox="1"/>
              <p:nvPr userDrawn="1"/>
            </p:nvSpPr>
            <p:spPr>
              <a:xfrm>
                <a:off x="12216278" y="3080825"/>
                <a:ext cx="569387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 anchorCtr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辅助色</a:t>
                </a:r>
              </a:p>
            </p:txBody>
          </p:sp>
          <p:sp>
            <p:nvSpPr>
              <p:cNvPr id="31" name="矩形 16">
                <a:extLst>
                  <a:ext uri="{FF2B5EF4-FFF2-40B4-BE49-F238E27FC236}">
                    <a16:creationId xmlns="" xmlns:a16="http://schemas.microsoft.com/office/drawing/2014/main" id="{306A7598-C00D-994F-82DA-B39F3C2E0AAD}"/>
                  </a:ext>
                </a:extLst>
              </p:cNvPr>
              <p:cNvSpPr/>
              <p:nvPr userDrawn="1"/>
            </p:nvSpPr>
            <p:spPr>
              <a:xfrm>
                <a:off x="12315640" y="4836793"/>
                <a:ext cx="885201" cy="462672"/>
              </a:xfrm>
              <a:prstGeom prst="rect">
                <a:avLst/>
              </a:prstGeom>
              <a:solidFill>
                <a:srgbClr val="F8B53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248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181/60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2" name="矩形 17">
                <a:extLst>
                  <a:ext uri="{FF2B5EF4-FFF2-40B4-BE49-F238E27FC236}">
                    <a16:creationId xmlns="" xmlns:a16="http://schemas.microsoft.com/office/drawing/2014/main" id="{C1423292-FF2F-A74C-943E-1C3C47534098}"/>
                  </a:ext>
                </a:extLst>
              </p:cNvPr>
              <p:cNvSpPr/>
              <p:nvPr userDrawn="1"/>
            </p:nvSpPr>
            <p:spPr>
              <a:xfrm>
                <a:off x="12315640" y="4319278"/>
                <a:ext cx="885201" cy="462672"/>
              </a:xfrm>
              <a:prstGeom prst="rect">
                <a:avLst/>
              </a:prstGeom>
              <a:solidFill>
                <a:srgbClr val="EB5C0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235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92/1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3" name="矩形 18">
                <a:extLst>
                  <a:ext uri="{FF2B5EF4-FFF2-40B4-BE49-F238E27FC236}">
                    <a16:creationId xmlns="" xmlns:a16="http://schemas.microsoft.com/office/drawing/2014/main" id="{2A29AF15-F5C4-A842-A63B-5DBA549CB92F}"/>
                  </a:ext>
                </a:extLst>
              </p:cNvPr>
              <p:cNvSpPr/>
              <p:nvPr userDrawn="1"/>
            </p:nvSpPr>
            <p:spPr>
              <a:xfrm>
                <a:off x="12315636" y="5880294"/>
                <a:ext cx="911019" cy="462672"/>
              </a:xfrm>
              <a:prstGeom prst="rect">
                <a:avLst/>
              </a:prstGeom>
              <a:solidFill>
                <a:srgbClr val="89898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137/137/137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4" name="矩形 19">
                <a:extLst>
                  <a:ext uri="{FF2B5EF4-FFF2-40B4-BE49-F238E27FC236}">
                    <a16:creationId xmlns="" xmlns:a16="http://schemas.microsoft.com/office/drawing/2014/main" id="{E9EA970A-4D36-BC41-B8BE-40DF553320E7}"/>
                  </a:ext>
                </a:extLst>
              </p:cNvPr>
              <p:cNvSpPr/>
              <p:nvPr userDrawn="1"/>
            </p:nvSpPr>
            <p:spPr>
              <a:xfrm>
                <a:off x="12315636" y="5362779"/>
                <a:ext cx="911019" cy="462672"/>
              </a:xfrm>
              <a:prstGeom prst="rect">
                <a:avLst/>
              </a:prstGeom>
              <a:solidFill>
                <a:srgbClr val="23181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35/24/21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5" name="矩形 22">
                <a:extLst>
                  <a:ext uri="{FF2B5EF4-FFF2-40B4-BE49-F238E27FC236}">
                    <a16:creationId xmlns="" xmlns:a16="http://schemas.microsoft.com/office/drawing/2014/main" id="{14EE21FB-1D92-0241-ABA5-5E9A6AEE0DC8}"/>
                  </a:ext>
                </a:extLst>
              </p:cNvPr>
              <p:cNvSpPr/>
              <p:nvPr userDrawn="1"/>
            </p:nvSpPr>
            <p:spPr>
              <a:xfrm>
                <a:off x="12315636" y="6403948"/>
                <a:ext cx="911019" cy="462672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221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221/221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6" name="矩形 12">
                <a:extLst>
                  <a:ext uri="{FF2B5EF4-FFF2-40B4-BE49-F238E27FC236}">
                    <a16:creationId xmlns="" xmlns:a16="http://schemas.microsoft.com/office/drawing/2014/main" id="{883734A3-2645-434A-9DCC-1416B6C687CC}"/>
                  </a:ext>
                </a:extLst>
              </p:cNvPr>
              <p:cNvSpPr/>
              <p:nvPr userDrawn="1"/>
            </p:nvSpPr>
            <p:spPr>
              <a:xfrm>
                <a:off x="13288175" y="3785971"/>
                <a:ext cx="885201" cy="462672"/>
              </a:xfrm>
              <a:prstGeom prst="rect">
                <a:avLst/>
              </a:prstGeom>
              <a:solidFill>
                <a:srgbClr val="E98C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233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140/128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7" name="矩形 13">
                <a:extLst>
                  <a:ext uri="{FF2B5EF4-FFF2-40B4-BE49-F238E27FC236}">
                    <a16:creationId xmlns="" xmlns:a16="http://schemas.microsoft.com/office/drawing/2014/main" id="{1FF13552-FB3D-134A-A80A-6CFB35DFE1A1}"/>
                  </a:ext>
                </a:extLst>
              </p:cNvPr>
              <p:cNvSpPr/>
              <p:nvPr userDrawn="1"/>
            </p:nvSpPr>
            <p:spPr>
              <a:xfrm>
                <a:off x="13288175" y="3259312"/>
                <a:ext cx="885201" cy="462672"/>
              </a:xfrm>
              <a:prstGeom prst="rect">
                <a:avLst/>
              </a:prstGeom>
              <a:solidFill>
                <a:srgbClr val="A72126"/>
              </a:solidFill>
              <a:ln>
                <a:solidFill>
                  <a:srgbClr val="9F000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159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8" name="矩形 16">
                <a:extLst>
                  <a:ext uri="{FF2B5EF4-FFF2-40B4-BE49-F238E27FC236}">
                    <a16:creationId xmlns="" xmlns:a16="http://schemas.microsoft.com/office/drawing/2014/main" id="{0A96471B-CB12-1443-B01F-C14C9112C149}"/>
                  </a:ext>
                </a:extLst>
              </p:cNvPr>
              <p:cNvSpPr/>
              <p:nvPr userDrawn="1"/>
            </p:nvSpPr>
            <p:spPr>
              <a:xfrm>
                <a:off x="13288175" y="4836793"/>
                <a:ext cx="885201" cy="462672"/>
              </a:xfrm>
              <a:prstGeom prst="rect">
                <a:avLst/>
              </a:prstGeom>
              <a:solidFill>
                <a:srgbClr val="F5DC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245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220/87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9" name="矩形 17">
                <a:extLst>
                  <a:ext uri="{FF2B5EF4-FFF2-40B4-BE49-F238E27FC236}">
                    <a16:creationId xmlns="" xmlns:a16="http://schemas.microsoft.com/office/drawing/2014/main" id="{61890D59-CF8B-1449-A836-3A304EC9A907}"/>
                  </a:ext>
                </a:extLst>
              </p:cNvPr>
              <p:cNvSpPr/>
              <p:nvPr userDrawn="1"/>
            </p:nvSpPr>
            <p:spPr>
              <a:xfrm>
                <a:off x="13288175" y="4319278"/>
                <a:ext cx="885201" cy="462672"/>
              </a:xfrm>
              <a:prstGeom prst="rect">
                <a:avLst/>
              </a:prstGeom>
              <a:solidFill>
                <a:srgbClr val="F085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133/0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0" name="矩形 18">
                <a:extLst>
                  <a:ext uri="{FF2B5EF4-FFF2-40B4-BE49-F238E27FC236}">
                    <a16:creationId xmlns="" xmlns:a16="http://schemas.microsoft.com/office/drawing/2014/main" id="{0466A1E1-E7C7-FD49-9880-9E44BED19FF5}"/>
                  </a:ext>
                </a:extLst>
              </p:cNvPr>
              <p:cNvSpPr/>
              <p:nvPr userDrawn="1"/>
            </p:nvSpPr>
            <p:spPr>
              <a:xfrm>
                <a:off x="13288171" y="5880294"/>
                <a:ext cx="911019" cy="462672"/>
              </a:xfrm>
              <a:prstGeom prst="rect">
                <a:avLst/>
              </a:prstGeom>
              <a:solidFill>
                <a:srgbClr val="B5B5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181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181/181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2" name="矩形 19">
                <a:extLst>
                  <a:ext uri="{FF2B5EF4-FFF2-40B4-BE49-F238E27FC236}">
                    <a16:creationId xmlns="" xmlns:a16="http://schemas.microsoft.com/office/drawing/2014/main" id="{B21AD6AC-1275-0142-A9EA-D77B26CB40EF}"/>
                  </a:ext>
                </a:extLst>
              </p:cNvPr>
              <p:cNvSpPr/>
              <p:nvPr userDrawn="1"/>
            </p:nvSpPr>
            <p:spPr>
              <a:xfrm>
                <a:off x="13288171" y="5362779"/>
                <a:ext cx="911019" cy="462672"/>
              </a:xfrm>
              <a:prstGeom prst="rect">
                <a:avLst/>
              </a:prstGeom>
              <a:solidFill>
                <a:srgbClr val="5957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89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87/87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3" name="矩形 22">
                <a:extLst>
                  <a:ext uri="{FF2B5EF4-FFF2-40B4-BE49-F238E27FC236}">
                    <a16:creationId xmlns="" xmlns:a16="http://schemas.microsoft.com/office/drawing/2014/main" id="{238BAC2A-AE09-A84D-875D-8472236D6610}"/>
                  </a:ext>
                </a:extLst>
              </p:cNvPr>
              <p:cNvSpPr/>
              <p:nvPr userDrawn="1"/>
            </p:nvSpPr>
            <p:spPr>
              <a:xfrm>
                <a:off x="13288171" y="6403948"/>
                <a:ext cx="911019" cy="4626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255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255/255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9056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1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145F1158-B1AA-8F41-AF0A-FEA0EC18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573" y="1474269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="" xmlns:a16="http://schemas.microsoft.com/office/drawing/2014/main" id="{F8FC7CCD-75EB-9C44-BC7D-29679334A8CA}"/>
              </a:ext>
            </a:extLst>
          </p:cNvPr>
          <p:cNvSpPr txBox="1">
            <a:spLocks/>
          </p:cNvSpPr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 smtClean="0">
                <a:solidFill>
                  <a:srgbClr val="1D1D1B"/>
                </a:solidFill>
                <a:latin typeface="+mj-lt"/>
              </a:rPr>
              <a:t>Copyright©2021 </a:t>
            </a: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>
            <a:extLst>
              <a:ext uri="{FF2B5EF4-FFF2-40B4-BE49-F238E27FC236}">
                <a16:creationId xmlns="" xmlns:a16="http://schemas.microsoft.com/office/drawing/2014/main" id="{12B8F806-ABD5-064C-8793-5E22C72554FD}"/>
              </a:ext>
            </a:extLst>
          </p:cNvPr>
          <p:cNvSpPr txBox="1">
            <a:spLocks/>
          </p:cNvSpPr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1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/>
            </a:r>
            <a:b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="" xmlns:a16="http://schemas.microsoft.com/office/drawing/2014/main" id="{F1235B6F-D691-2C40-93D4-EC5427ADDFB0}"/>
              </a:ext>
            </a:extLst>
          </p:cNvPr>
          <p:cNvSpPr txBox="1">
            <a:spLocks/>
          </p:cNvSpPr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home,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Microsoft YaHei" charset="-122"/>
              <a:cs typeface="Microsoft YaHei" charset="-122"/>
            </a:endParaRPr>
          </a:p>
        </p:txBody>
      </p:sp>
      <p:pic>
        <p:nvPicPr>
          <p:cNvPr id="99" name="图片 9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5497" y="5251150"/>
            <a:ext cx="1869596" cy="39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406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593900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1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华为内部立项  ·  融合 TimesFM-3 + UniTS/MOMENT + LIMU-BERT-X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AI 物理感知平台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一个物理时序底座，同时出预测与分类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34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1042416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TimesFM-3 管零样本预测；UniTS / MOMENT 管多任务与分类；LIMU-BERT-X 管 IMU 表征。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融合成 PhysFM：PhysIngest → 共享表征 → 预测头 + 分类头。不做场景应用、不做整机。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TimesFM-3 式 CPM · 9 分位数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分类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UniTS 任务 token / MOMENT 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19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9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IMU 先验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LIMU-BERT-X · 143 万小时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来源：TimesFM / UniTS / MOMENT / LIMU-BERT-X 公开资料  ·  8 页架构版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594360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  /  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5486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Security Level: Internal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  规格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融合底座：TimesFM 主干 + 双头 + IMU 预训练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目标：同一批 patch token，同时给出分位数预测与类别 logits。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6235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36192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主干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901952"/>
            <a:ext cx="52120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TimesFM-3：20 层 Mixing Transformer，d=1280，16 heads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6235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8" y="1536192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1901952"/>
            <a:ext cx="52120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输入 32 / 输出 64；上下文上限 15,360；变元上限 32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43200"/>
            <a:ext cx="56235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907792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预测头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73552"/>
            <a:ext cx="52120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Linear 1280→64×9，CPM 一次解码，median=q50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743200"/>
            <a:ext cx="56235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907792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分类头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3273552"/>
            <a:ext cx="52120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UniTS 任务 token 或 MOMENT linear-probe；可 LoRA 微调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14800"/>
            <a:ext cx="56235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279392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IMU 初始化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645152"/>
            <a:ext cx="52120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LIMU-BERT-X：143 万小时、6 万人、1.1K 机型，端侧可用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14800"/>
            <a:ext cx="56235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4279392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许可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4645152"/>
            <a:ext cx="52120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TimesFM-3 权重 NC；UniTS / MOMENT / LIMU-BERT 公开可研究。商用自训。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TimesFM 原生没有分类头；要「预测+分类」必须融合 UniTS 式任务 token 或 MOMENT 式探针。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规格    |    Security Level: Internal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2  / 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2  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四段流水：输入 → 特征 → 表征 → 双头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物理传感器只作为变元接入：target / past-only / past-future。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1. 输入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251460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target (B,U,C)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past-only (B,Vpo,C)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past-future (B,W,C+H)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2. 特征提取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48840"/>
            <a:ext cx="251460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pad32 · 去趋势 · 堆叠 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切 patch · RevIN · ResidualBlock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3. 共享表征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251460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20 × MixingTransformer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因果时间注意力 + 变元注意力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1417320"/>
            <a:ext cx="2788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9720" y="1417320"/>
            <a:ext cx="2788920" cy="73152"/>
          </a:xfrm>
          <a:prstGeom prst="rect">
            <a:avLst/>
          </a:prstGeom>
          <a:solidFill>
            <a:srgbClr val="62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4. 双头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148840"/>
            <a:ext cx="251460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预测：Linear 1280→64×9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分类：任务 token / linear probe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80560"/>
            <a:ext cx="11247120" cy="118872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617720"/>
            <a:ext cx="10881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物理变元怎么接（不是应用场景）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37760"/>
            <a:ext cx="108813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/ EMG 作 target 或 past-only；已知未来通道作 past-future，horizon 上保持可见。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变元上限 32。无 schema / 时钟 / 质量位则拒收——这是 Ingest，TimesFM 不管。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总览    |    Security Level: Internal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3  / 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3  特征提取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数据是 patch token，不是逐步 RNN 状态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每个时间 patch 拼成 192 维，ResidualBlock → 1280 维 token。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3312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53312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 对齐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353312"/>
            <a:ext cx="85953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context 左 pad 到 32 倍数。horizon 上目标全 mask；past-future 在 horizon 可见。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76272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76272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2 变元堆叠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176272"/>
            <a:ext cx="85953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target ⊕ past-only ⊕ past-future 沿 V 维拼接，供变元注意力交互。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99232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999232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3 去趋势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999232"/>
            <a:ext cx="85953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可选线性去趋势；去趋势后 std 明显更小（阈值 0.5）才减直线，预测后再加回。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822191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22191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4 RevIN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822191"/>
            <a:ext cx="85953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逐变元 running mean/std。horizon 用 CPM：mask 目标 patch，用上下文统计并可迭代修正。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645152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45152"/>
            <a:ext cx="21945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5 Patch 嵌入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645152"/>
            <a:ext cx="8595360" cy="7498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当前 32 + roll 未来 64 + mask 96 → concat 192 → ResidualBlock（两层线性+ReLU+残差）→ d=1280。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特征提取    |    Security Level: Internal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4  / 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4  表征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Mixing Transformer 学的是条件表征，预测与分类共用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每层对 (B, V, N, 1280) 做：时间注意力 → 变元注意力 → FFN。堆叠 20 层。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17320"/>
            <a:ext cx="365760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91440" cy="3246120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32004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时间注意力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320040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因果 + RoPE。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每个变元独立：第 t 个 patch 只能看 ≤ t。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建模趋势、季节、水平漂移。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417320"/>
            <a:ext cx="365760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417320"/>
            <a:ext cx="91440" cy="3246120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600200"/>
            <a:ext cx="32004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变元注意力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194560"/>
            <a:ext cx="320040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同一时刻、跨通道、非因果。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目标与协变量在同一 patch 交换信息。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这是 3.0 相对 2.x 单变量的核心。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417320"/>
            <a:ext cx="365760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417320"/>
            <a:ext cx="91440" cy="3246120"/>
          </a:xfrm>
          <a:prstGeom prst="rect">
            <a:avLst/>
          </a:prstGeom>
          <a:solidFill>
            <a:srgbClr val="62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600200"/>
            <a:ext cx="32004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FFN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194560"/>
            <a:ext cx="320040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RMSNorm + ReLU MLP + 残差。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输出条件表征，同时供预测头与分类头。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UniTS / MOMENT 证明这套表征可做分类。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表征层不动 TimesFM；分类能力来自在表征上接 UniTS 任务 token 或 MOMENT 探针。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表征    |    Security Level: Internal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5  / 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5  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decode() 非自回归：整段 context+horizon 只走一遍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TimesFM3Torch.decode() → forward() → TimesFM3Forecaster.predict_batch()。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0876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输出头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87452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Linear(1280 → 64×9)。每个输入 patch 预测未来 64 步、9 个分位数。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8" y="150876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CPM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187452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horizon 目标 patch 先 mask。用上下文统计量做 RevIN，并可迭代用模型估计修正。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8892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9260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逆变换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9184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分位数在 RevIN 空间；逆归一化后再加回去趋势。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78892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9260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Stitching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329184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相邻窗口重叠 32 点，拼出任意 horizon（可超过 64）。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20624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4340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读出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70916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点预测：quantiles[..., 4]（0.5）。概率：9 条分位轨迹，做区间与校准。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20624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434340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Eval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470916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点预测 MAE；q10–q90 覆盖率。对照 TimesFM-3 单变量 / 多变量两种模式。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预测    |    Security Level: Internal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6  / 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6  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分类不是 TimesFM 内建；融合 UniTS / MOMENT / LIMU-BERT-X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规则只做异常示意；可学习分类必须接在共享表征上。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57784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77840" cy="73152"/>
          </a:xfrm>
          <a:prstGeom prst="rect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路 A  规则下游（零样本）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21208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历史段：去趋势残差 z-score。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|z|≥3 CRITICAL，≥2 WARNING，否则 NORMAL。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未来段：观测是否落在 q10–q90 / q20–q80 外。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区间外 → 异常。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不改权重，不能当「可学习分类」。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48640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路 B  共享表征 + 分类头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UniTS：任务 token 把预测 / 分类 / 填补 / 异常收进同一套参数。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MOMENT：掩码预训练编码器 + linear probe / 分类头。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LIMU-BERT-X：IMU 掩码预训练，直接初始化 IMU 变元。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物理信号分类走这条；LoRA 微调参照 timesfm-forecasting/examples/finetuning/。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分类    |    Security Level: Internal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7  / 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平台交付「预测+分类」融合底座，不交付应用 Pack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TimesFM 管预测，UniTS / MOMENT 管分类，LIMU-BERT-X 管 IMU。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4630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主干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371600"/>
            <a:ext cx="9235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PhysIngest → pad/RevIN/patch token → 20 层 Mixing Transformer → 双头。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14630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103120"/>
            <a:ext cx="9235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TimesFM-3 式 CPM 一次前向；点预测 q50；评测 MAE + 分位覆盖率。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34640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34640"/>
            <a:ext cx="14630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分类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834640"/>
            <a:ext cx="9235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UniTS 任务 token / MOMENT linear probe；可 LoRA。对照 LIMU-BERT-X。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66160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66160"/>
            <a:ext cx="14630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IMU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3566160"/>
            <a:ext cx="9235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用 LIMU-BERT-X 初始化 IMU 变元；TartanIMU 作运动估计参照。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297680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97680"/>
            <a:ext cx="14630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许可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297680"/>
            <a:ext cx="9235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TimesFM-3 权重 NC；UniTS / MOMENT / LIMU-BERT 公开。商用自训。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029200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029200"/>
            <a:ext cx="14630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不做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5029200"/>
            <a:ext cx="9235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场景 Pack、整机、芯片、盘古、世界视频、把 TimesFM 当分类模型宣传。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决策    |    Security Level: Internal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8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Title Slid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575756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FC2917F5-FC52-4782-A0FF-AE2013F589C8}"/>
    </a:ext>
  </a:extLst>
</a:theme>
</file>

<file path=ppt/theme/theme2.xml><?xml version="1.0" encoding="utf-8"?>
<a:theme xmlns:a="http://schemas.openxmlformats.org/drawingml/2006/main" name="Chart page">
  <a:themeElements>
    <a:clrScheme name="updated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C8102E"/>
      </a:accent2>
      <a:accent3>
        <a:srgbClr val="EA594F"/>
      </a:accent3>
      <a:accent4>
        <a:srgbClr val="F8B53C"/>
      </a:accent4>
      <a:accent5>
        <a:srgbClr val="231815"/>
      </a:accent5>
      <a:accent6>
        <a:srgbClr val="595757"/>
      </a:accent6>
      <a:hlink>
        <a:srgbClr val="898989"/>
      </a:hlink>
      <a:folHlink>
        <a:srgbClr val="B5B5B5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C7000B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800" dirty="0" smtClean="0">
            <a:solidFill>
              <a:schemeClr val="accent2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25829FED-7996-4B48-8C44-EBA668E4F8ED}"/>
    </a:ext>
  </a:extLst>
</a:theme>
</file>

<file path=ppt/theme/theme3.xml><?xml version="1.0" encoding="utf-8"?>
<a:theme xmlns:a="http://schemas.openxmlformats.org/drawingml/2006/main" name="4_Chart page">
  <a:themeElements>
    <a:clrScheme name="Custom 29">
      <a:dk1>
        <a:srgbClr val="1D1D1A"/>
      </a:dk1>
      <a:lt1>
        <a:srgbClr val="666666"/>
      </a:lt1>
      <a:dk2>
        <a:srgbClr val="FFFFFF"/>
      </a:dk2>
      <a:lt2>
        <a:srgbClr val="EBEBEB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lnSpc>
            <a:spcPts val="3440"/>
          </a:lnSpc>
          <a:defRPr sz="3200" dirty="0" smtClean="0"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6DF1AB71-8E54-4DA3-96CA-45CA365BFE54}"/>
    </a:ext>
  </a:extLst>
</a:theme>
</file>

<file path=ppt/theme/theme4.xml><?xml version="1.0" encoding="utf-8"?>
<a:theme xmlns:a="http://schemas.openxmlformats.org/drawingml/2006/main" name="End pag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1AA013AF-7C2E-4A39-9796-86760F640C19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88</TotalTime>
  <Words>55</Words>
  <Application>Microsoft Office PowerPoint</Application>
  <PresentationFormat>自定义</PresentationFormat>
  <Paragraphs>49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5</vt:i4>
      </vt:variant>
    </vt:vector>
  </HeadingPairs>
  <TitlesOfParts>
    <vt:vector size="14" baseType="lpstr">
      <vt:lpstr>黑体</vt:lpstr>
      <vt:lpstr>Microsoft YaHei</vt:lpstr>
      <vt:lpstr>Arial</vt:lpstr>
      <vt:lpstr>Calibri</vt:lpstr>
      <vt:lpstr>Calibri Light</vt:lpstr>
      <vt:lpstr>1_Title Slide</vt:lpstr>
      <vt:lpstr>Chart page</vt:lpstr>
      <vt:lpstr>4_Chart page</vt:lpstr>
      <vt:lpstr>End page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Hanke (A)</cp:lastModifiedBy>
  <cp:revision>11</cp:revision>
  <dcterms:created xsi:type="dcterms:W3CDTF">2018-12-05T07:23:25Z</dcterms:created>
  <dcterms:modified xsi:type="dcterms:W3CDTF">2021-01-28T09:59:27Z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(3)9K7MhttPmctKTlAepJVghc5jVCKqhwlg3WUynTcyZRlAqvXwyh4Oh5MUn/S1qsRekxYaSjf0
xAMb+XIVmiFW19LQ5rzY8SxUDMVg4vj7tzi0SPjrpQaZEh2i7Q63wUANwPymQ9KhvkOpupId
8g/WiPz/3mo9lw2+u0HERtEEQOFSNHxTfxkHcxU8CosEcorCYU1bf3Ron8rzicflycNnYO6T
HSqLQgGez4SDJnplgK</vt:lpwstr>
  </property>
  <property fmtid="{D5CDD505-2E9C-101B-9397-08002B2CF9AE}" pid="3" name="_2015_ms_pID_7253431">
    <vt:lpwstr>82SGjRTEfRs+Omq1PLLlyH6r/NUeGWJLUTXD4xX4AdBDIbA5M3xGE1
FJDhGJWv+ZwJEBjSUU7vQG7pD9Re+jwOMeH8KvtBR51uSvL8QqKWID096WZ7sSv/LL5pae3t
XPEALNuJBpV72sbxfdY4icFZGPfj4727kRAWuT9uG/4Al1hW+8FJdNQ/J9I8uxSoEyoyJ96g
hvAj6RniZYqx1mFTVrh3xskdX0KPyR3xTPNI</vt:lpwstr>
  </property>
  <property fmtid="{D5CDD505-2E9C-101B-9397-08002B2CF9AE}" pid="4" name="_2015_ms_pID_7253432">
    <vt:lpwstr>zr4dAB7xmHqg7+bcC24Pv9M=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</Properties>
</file>