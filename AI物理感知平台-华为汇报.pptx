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痛点驱动：多模态 · 多设备 · 多场景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 → 共享特征 → 预测 / 分类双接口，不做场景应用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3258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1042416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三大痛点：多模态融合不足、多设备自适应困难、多任务多场景泛化弱。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平台对策：统一 patch token 特征 + 统一推理接口；底座可换，接口不变。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首批接入特性：手机智感握姿、手表手势识别（敲一敲 / 划一划）。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34340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98848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 · 多设备 · 多场景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34340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498848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89204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 + 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34340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34340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498848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89204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12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三个痛点，一个根因：缺统一特征与统一接口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以智感握姿、手表手势两个现网特性为镜；每个痛点都对应后文一类模型能力。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痛点一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智感握姿靠电容阵列 + IMU + 接近光启发式拼接；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手表 X-TAP（PPG / ECG / 触摸）与 IMU 各自为政。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异构模态缺统一对齐，融合靠人工拼特征。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痛点二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握姿仅支持部分机型（不支持直接返回 801）；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保护壳 &gt; 3mm、戴手套精度即掉；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WATCH 3 与 WATCH 5 手势集不通用——每机型单独标定。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痛点三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跑步 / 骑行 / 高尔夫 / 滑雪下手表手势失效；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纹身、汗水、油腻场景识别率骤降；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新场景重新标注训练，无法零样本启动。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根因：没有「统一特征 + 统一接口」的物理时序底座——这正是平台的定位。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业务痛点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0078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 / 3.0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2374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Science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4670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AI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6966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+ MIT Lincoln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99262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Auton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线性探针即用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73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南洋理工+阿里巴巴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591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港科大+阿里巴巴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SOTA；外卖配送全国部署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449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AirLab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07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Nokia Bell Labs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+华盛顿大学 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165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微软研究院+威斯康星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麦迪逊+港科大 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多模态人体感知特征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02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TOP3 研究团队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物理感知方向最值得对标的三支队伍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选型口径：有基础模型、有真实数据、有产业部署。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系列（1.0 → 3.0）。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通用时序预测标杆：fev-bench / TIME / GIFT-Eval 三榜第一。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平台预测底座的来源。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Mo Li 团队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港科大/南洋理工 + 阿里巴巴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LIMU-BERT（SenSys'21 最佳论文提名）→ LIMU-BERT-X（MobiCom'25）→ Babel（SenSys'25）。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万小时真实数据；外卖配送全国部署。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传感器基础模型从论文走到产业。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Meta Reality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神经腕带（Nature'25）。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跨用户泛化：0.88 手势/s、手写 20.9 WPM。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已随 Ray-Ban Display 出货——唯一规模商用的 EMG 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跟踪名单：CMU（MOMENT + TartanIMU）、Harvard + MIT 林肯实验室（UniTS）、Nokia Bell Labs（PRIMUS）、微软研究院（Babel）。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团队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TOP3 商用场景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首批落地：智感握姿 + 手表手势，再向外延展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平台只提供接入 / 预测 / 分类接口；场景 Pack 由业务方交付。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手机智感握姿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传感器：边框电容阵列 + IMU + 接近光。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能力：左手/右手/双手/未握持四分类（200ms 内）+ 握姿切换预测。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现网：MultimodalAwarenessKit，来电按钮跟手；仅部分机型。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手表手势识别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+ X-TAP（PPG / ECG / 触摸）。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能力：敲一敲 / 划一划 / 握拳 / 翻腕分类 + 误触抑制。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现网：WATCH 5 首配 NPU，接电话 / 遥控拍照 / 车钥匙解锁。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运动健康与工业（延展）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/ TP（温度压力）。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能力：活动识别 + 工况分类 + 预测性维护。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验证：LIMU-BERT-X 外卖全国部署；TartanIMU 跨机器人 200 FPS。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共性：三个场景都需要「预测 + 分类」同时在线，且设备 / 用户高度异构——正对应三大痛点。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场景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痛点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每个痛点对应一类已验证的模型能力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平台不做场景：只把模型能力收敛成 接入 → 特征 → 预测 / 分类。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1155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8132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patch token + 变元注意力：TimesFM-3 变元注意力、UniTS 任务 token；Babel 6 模态对齐作参照。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接入规格统一时钟、量纲、质量位——对齐在进模型前完成。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91440" cy="1115568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3405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1576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跨设备预训练先验：LIMU-BERT-X 覆盖 1.1K 机型、6 万人；Meta EMG 跨用户泛化。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RevIN 实例归一 + LoRA 轻适配（TartanIMU 仅 1.1M 参数即适配新设备）。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91440" cy="1115568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6849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5020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零样本基座：TimesFM-3 零样本预测；UniTS 零样本多任务（预测/分类/填补/异常）。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统一预测 / 分类接口，新场景先零样本启动，再按需微调。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47120" cy="7772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1088136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平台边界：交付接入校验、共享特征、预测 / 分类双接口、评测工具链；不交付场景 Pack、整机、芯片。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痛点→方案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7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预测接口 + 分类接口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所有输入先过接入校验；预测与分类共用同一批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接入（数据规格）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数据规格 = {序列 id, 时间戳, 数值, 量纲单位, 质量位, 变元角色: 目标 / 仅历史 / 历史+未来}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32、历史段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预测（历史段, 预测时长） → {分位数, 点预测}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分位数：(V,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点预测：(V,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非自回归；可拼接任意预测长度。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分类（时间窗） → {类别, 置信度}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类别：场景方注册的类别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置信度：softmax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基于共享特征 + 任务 token / 线性探针。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8  接口规格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输入输出只描述数据形态，不含场景语义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立项口径：每个字段、每个返回结构都可考核、可验收。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输入规格（唯一入口）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字段：序列 id / 时间戳 / 数值 / 量纲单位 / 质量位 / 变元角色。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六字段缺一不可，缺即拒收。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变元：目标 / 仅历史 / 历史+未来；覆盖 IMU / EMG / TP；上限 32。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规模：历史段 ≤ 15,360 点（对齐 TimesFM-3，换底座可上调）。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采样率：档位制 10 / 50 / 100 / 200 Hz；超档自动重采样并记入质量位。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输出规格（结构冻结）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预测接口 → {分位数 (V,H,9), 点预测 (V,H)}。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分类接口 → {类别, 置信度}；类别表由场景方注册。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场景语义（类别表 / 预测时长 / 告警阈值）不进平台接口——「平台不做场景」的落法。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版本化：接口升级向下兼容，旧调用不破坏。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接口规格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9  平台层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两个接口、四种原语、N 个特性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特性爆炸的收法：不按特性抽象，按输出原语抽象；新特性 = 注册配置，不训练新模型。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8470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特性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298448"/>
            <a:ext cx="248716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298448"/>
            <a:ext cx="1389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298448"/>
            <a:ext cx="17556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窗口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298448"/>
            <a:ext cx="27614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82496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智感握姿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1682496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电容阵列 + IMU + 接近光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682496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状态分类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682496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长窗 · 秒级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带状态机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682496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宏 F1；切换 ≤ 200ms；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稳态抖动率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359152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395728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敲一敲 / 划一划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395728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+ X-TAP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2395728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事件检测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95728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短窗 · ~0.5s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门控触发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395728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召回 @ 误报；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触发 p95 ≤ 50ms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072384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108960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招一招 / 翻手腕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108960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08960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事件检测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108960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短窗 · ~0.5s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门控触发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108960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召回 @ 误报；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触发 p95 ≤ 50ms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785615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822191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智感旋转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3822191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IMU（陀螺仪）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3822191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连续预测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3822191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滑动窗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3822191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角度 MAE；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分位数覆盖率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98848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535424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误触抑制（共用）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40" y="4535424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全部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4535424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置信度 / 拒识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4535424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4535424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误触 &lt; 1 次/天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349240"/>
            <a:ext cx="11247120" cy="96012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458968"/>
            <a:ext cx="108813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新增特性 = 注册数据规格 + 选原语 + 类别表 / 触发阈值 + 可选 LoRA；平台承诺原语级 SLA，特性团队按配置组装。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握姿与敲一敲共享同一底座，差异只在窗口与类别表。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平台层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  量化指标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按原语考核，不按特性考核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每项指标 = 基线 + 目标值 + 测量方法 + 数据集；特性只声明用哪个原语和目标档。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02412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98448"/>
            <a:ext cx="17556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298448"/>
            <a:ext cx="23042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基线 / 对标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98448"/>
            <a:ext cx="294436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目标值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19" y="1298448"/>
            <a:ext cx="22128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测量方法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73352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673352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MAE / MASE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1673352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零样本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73352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持平或更优；自研 ≤ 0.95×基线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1673352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公开 benchmark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+ 自有数据集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212848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240280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2240280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q10–q90 覆盖率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2240280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理论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240280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80% ± 5pp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2240280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留出集滚动回测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779776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807208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2807208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握姿四分类 / 手势宏 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2807208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现网启发式 + LIMU-BERT-X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807208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 ≥ 基线−5pp；百样本 ≥ 基线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80720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公开集 + 场景注册集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346704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374136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泛化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3374136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跨设备/用户衰减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374136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单设备独立优化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374136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≤ 5pp；Gen2 后 ≤ 2pp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3374136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留一交叉验证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913632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941064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时延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3941064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p95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3941064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现网握姿 200ms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941064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握姿 ≤ 200ms；手表手势 p95 ≤ 50ms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19" y="3941064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真机 profiling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480560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507992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功耗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3080" y="4507992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千次推理能耗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9039" y="4507992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—（Gen3 考核）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4507992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整机续航影响 &lt; 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19" y="4507992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功耗仪实测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047488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074920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83080" y="5074920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拒收率 / 兼容性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49039" y="5074920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5074920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版本升级不破坏旧调用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19" y="5074920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工具链自动化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715000"/>
            <a:ext cx="11247120" cy="6858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代际绑定：Gen1 承诺精度基线 → Gen2 承诺泛化提升 → Gen3 承诺时延功耗；标杆任务：智感握姿四分类（200ms）、WATCH 5 敲一敲/划一划、Meta 腕带 0.88 手势/s。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量化指标    |    Security Level: Internal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11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零样本基线 → Gen2 千人千面 → Gen3 Token 嵌入大模型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接口不变，能力逐代升级；每代回答一个业务问题。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预训练底座直接上岗。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握姿 / 手势零样本基线；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分类走规则 / 线性探针（UniTS / MOMENT）。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回答：底座行不行 → 统一评测基线。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千人千面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轻量适配到每设备、每用户。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左右手习惯、佩戴松紧、手套 / 纹身 → LoRA 个性化；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TartanIMU 仅 1.1M 参数、Meta EMG +16%。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回答：换设备换人还行不行 → 画像进数据规格。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Token 嵌入大模型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 patch token 作为新模态注入大模型。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+ 分类变成大模型的原生能力；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平台从「提供模型」变成「提供 token 与接口」。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回答：物理感知如何进入统一智能。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演进原则：接口（接入 / 预测 / 分类）向下兼容；底座、权重、头可独立替换。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