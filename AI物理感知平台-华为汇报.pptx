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共享特征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特征 + 统一推理接口；底座可换，接口不变。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9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三个痛点，一个根因：缺统一特征与统一接口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来自一线业务复盘；每个痛点都对应后文一类模型能力。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异构模态缺乏统一对齐。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/ TP 各自建模：量纲、采样率、时钟不一致；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跨模态信息互相看不见，融合靠人工拼特征。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基于单设备独立优化。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每款设备单独采数据、单独调参；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换机型、换佩戴位置就要重新标定，成本线性增长。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算法针对特定场景设计。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一个场景一个模型；新场景重新标注、重新训练；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无法零样本启动，长尾场景覆盖不了。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根因：没有「统一特征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多模态人体感知特征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TOP3 研究团队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物理感知方向最值得对标的三支队伍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选型口径：有基础模型、有真实数据、有产业部署。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系列（1.0 → 3.0）。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通用时序预测标杆：fev-bench / TIME / GIFT-Eval 三榜第一。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平台预测底座的来源。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Mo Li 团队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港科大/南洋理工 + 阿里巴巴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LIMU-BERT（SenSys'21 最佳论文提名）→ LIMU-BERT-X（MobiCom'25）→ Babel（SenSys'25）。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万小时真实数据；外卖配送全国部署。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传感器基础模型从论文走到产业。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Meta Reality Labs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77440"/>
            <a:ext cx="2514600" cy="2468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神经腕带（Nature'25）。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跨用户泛化：0.88 手势/s、手写 20.9 WPM。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已随 Ray-Ban Display 出货——唯一规模商用的 EMG 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跟踪名单：CMU（MOMENT + TartanIMU）、Harvard + MIT 林肯实验室（UniTS）、Nokia Bell Labs（PRIMUS）、微软研究院（Babel）。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团队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TOP3 商用场景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平台能力已被产业验证的三个方向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平台只提供接入 / 预测 / 分类接口；场景 Pack 由业务方交付。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可穿戴运动健康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EMG（手表、手环、腕带）。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能力：手势 / 活动分类 + 生理指标预测。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验证：Meta 腕带随 Ray-Ban Display 出货；LIMU-BERT-X 端侧 HAR。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终端情境感知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传感器：IMU（手机、耳机）。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能力：骑行 / 驾驶 / 跌倒识别 + 状态预测。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验证：LIMU-BERT-X 外卖配送全国部署，6 万骑手、1.1K 种机型。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工业与机器人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传感器：IMU / TP（温度压力）。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能力：工况分类 + 预测性维护 + 位姿估计。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验证：TartanIMU 跨机器人平台，LoRA 1.1M 参数适配、200 FPS。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共性：三个场景都需要「预测 + 分类」同时在线，且设备 / 用户高度异构——正对应三大痛点。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TOP3 场景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特征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平台边界：交付接入校验、共享特征、预测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基于共享特征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预测零样本（TimesFM-3）；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/ 提示微调：TartanIMU 仅 1.1M 参数；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Meta EMG 个性化后再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