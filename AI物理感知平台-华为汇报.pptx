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  <p:sldId id="263" r:id="rId18"/>
    <p:sldId id="264" r:id="rId19"/>
    <p:sldId id="265" r:id="rId20"/>
    <p:sldId id="266" r:id="rId21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痛点驱动：多模态 · 多设备 · 多场景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Ingest 契约 → 共享表征 → predict() / classify()，不做场景应用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04241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三大痛点：多模态融合不足、多设备自适应困难、多任务多场景泛化弱。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平台对策：统一 patch token 表征 + 统一推理接口；底座可换，接口不变。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 · 多设备 · 多场景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schema + predict + classify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11 页平台版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业务痛点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三个痛点，一个根因：缺统一表征与统一接口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来自一线业务复盘；每个痛点都对应后文一类模型能力。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痛点一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异构模态缺乏统一对齐。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/ EMG / TP 各自建模：量纲、采样率、时钟不一致；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跨模态信息互相看不见，融合靠人工拼特征。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痛点二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基于单设备独立优化。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每款设备单独采数据、单独调参；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换机型、换佩戴位置就要重新标定，成本线性增长。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痛点三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算法针对特定场景设计。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一个场景一个模型；新场景重新标注、重新训练；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无法零样本启动，长尾场景覆盖不了。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根因：没有「统一表征 + 统一接口」的物理时序底座——这正是平台的定位。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业务痛点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模型盘点 · 通用时序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通用时序基础模型：预测强，分类只有两家原生支持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口径：预训练目标决定原生能力；TimesFM / Chronos / Moirai 都只做预测。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29844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原生能力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1298448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3807" y="1298448"/>
            <a:ext cx="1737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6420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0078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TimesFM-3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 / 3.0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decoder-only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171907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多变量预测 + 协变量；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CPM 一次前向出 9 分位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71907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 规则/加头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171907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3.0 权重 NC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≤2.5 Apache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8716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2374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Chronos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Amazon Science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离散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式 NTP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54203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单变量概率预测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54203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7" y="254203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1012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34670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Moirai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Salesforce AI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masked encoder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any-variate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36499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多变量概率预测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36499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7" y="336499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代码 Apache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权重 CC-BY-NC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13308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6966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UniTS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Harvard + MIT Lincoln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NeurIPS'24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任务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GEN/CLS 共享参数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418795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预测+分类+填补+异常一体；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38 个数据集对比领先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418795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原生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7" y="418795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95604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99262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MOMENT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Auton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9864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 patch 重建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encoder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01091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预测/分类/异常/填补；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linear probe 即用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7928" y="501091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探针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7" y="501091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预测底座选 TimesFM-3（多变量+协变量最强）；原生分类只有 UniTS / MOMENT——这正是双头设计的来源。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模型盘点 · 物理传感器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IMU / EMG 专用模型：提供领域先验，不当平台底座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传感器模型规模小、端侧导向；与通用底座互补，不替代。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1298448"/>
            <a:ext cx="2834639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数据 / 预训练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1298448"/>
            <a:ext cx="3840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能力亮点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22407" y="1298448"/>
            <a:ext cx="1508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部署 / 许可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73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南洋理工+阿里巴巴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682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三轴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掩码预训练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682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HAR 开山作；小样本迁移到手机 / 腕戴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7" y="1682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手机可部署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591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LIMU-BERT-X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港科大+阿里巴巴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MobiCom'25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3682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 · 6 万人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1.1K 种机型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23682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真实设备大规模泛化；端侧 HAR SOTA；外卖配送全国部署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7" y="23682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0449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TartanIMU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AirLab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CVPR'25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30540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跨机器人 IMU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位姿基础模型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30540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仅 1.1M 参数即适配新机；200 FPS 在线推理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7" y="30540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机器人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7307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PRIMUS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Nokia Bell Labs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+华盛顿大学 ICASSP'25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0088" y="37398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多模态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自监督对齐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3328" y="37398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对齐预训练，提升下游 HAR / 健康任务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2407" y="37398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3891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165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Babel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微软研究院+威斯康星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麦迪逊+港科大 SenSys'25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0088" y="44256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6 模态对齐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塔 = LIMU-BERT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44256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多模态人体感知表征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22407" y="44256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074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102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 EMG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Nature'25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0088" y="5111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328" y="5111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0.88 手势/s；手写 20.9 WPM；个性化再 +16%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22407" y="5111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CC-BY-NC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平台用 LIMU-BERT-X 初始化 IMU 变元、用 Meta EMG 作 EMG 对照；底座仍是通用模型。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痛点 →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每个痛点对应一类已验证的模型能力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平台不做场景：只把模型能力收敛成 Ingest → 表征 → predict / classify。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91440" cy="11155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9961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8132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 patch token + 变元注意力：TimesFM-3 变元注意力、UniTS 任务 token；Babel 6 模态对齐作参照。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Ingest 契约统一时钟、量纲、质量位——对齐在进模型前完成。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91440" cy="1115568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73405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71576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跨设备预训练先验：LIMU-BERT-X 覆盖 1.1K 机型、6 万人；Meta EMG 跨用户泛化。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RevIN 实例归一 + LoRA 轻适配（TartanIMU 仅 1.1M 参数即适配新设备）。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91440" cy="1115568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96849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95020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零样本基座：TimesFM-3 零样本预测；UniTS 零样本多任务（预测/分类/填补/异常）。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 predict / classify 接口，新场景先零样本启动，再按需微调。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247120" cy="77724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1088136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平台边界：交付 Ingest 校验、共享表征、predict() / classify()、评测工具链；不交付场景 Pack、整机、芯片。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痛点→方案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接口定义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契约 + predict() + classify()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所有输入先过 Ingest；预测与分类共用同一批 patch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Ingest(schema) → 校验 → patch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schema = {series_id, timestamp, value, unit, quality_flag, variate_role: target/past-only/past-future}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校验：时钟对齐、量纲归一、质量位过滤、变元上限 32、context ≤ 15,360。不合格直接拒收。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predict(context, horizon) → {quantiles, point}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2120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quantiles: (V, H, 9) 十分位轨迹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point: (V, H) 中位数 q50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一次前向，CPM 非自回归；可 stitching 任意 H。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48640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classify(window) → {label, confidence}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label: 场景方注册的类别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confidence: softmax 概率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基于共享表征 + 任务 token / linear probe。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    |    Security Level: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预测实现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式：CPM 一次前向出 9 分位数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预测是平台原生能力；接口固定，底座可换。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context ≤ 15,360；变元 ≤ 32；target / past-only / past-future。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pad32 → 去趋势 → RevIN → patch 192 → ResidualBlock → 1280 token。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表征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20 × MixingTransformer：因果时间注意力 + 变元注意力 + FFN。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输出头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Linear 1280→64×9；CPM mask horizon；逆 RevIN；stitching 任意 H。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读出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 q50；概率区间 q10–q90；MAE + 覆盖率评测。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替换点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底座换 TimesFM-4 / 自研时，predict() 签名与返回结构不变。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预测    |    Security Level: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7  分类实现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共享表征 + 任务 token / linear probe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分类不是 TimesFM 内建；平台用 UniTS / MOMENT 方式补。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路 A  规则下游（零样本，示意）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历史段：去趋势残差 z-score。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|z|≥3 CRITICAL，≥2 WARNING，否则 NORMAL。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未来段：观测是否落在 q10–q90 / q20–q80 外。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不改权重，不能注册新类别，只能做异常示意。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路 B  可学习分类（平台接口）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UniTS：任务 token 把预测 / 分类 / 填补 / 异常收进同一套参数。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MOMENT：掩码预训练编码器 + linear probe / 分类头。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LIMU-BERT-X：IMU 掩码预训练，直接初始化 IMU 变元。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场景方注册类别 → 平台微调 classify() → 返回 label + confidence。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分类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8  / 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8  代际演进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零样本基线 → Gen2 千人千面 → Gen3 Token 嵌入大模型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接口不变，能力逐代升级；每代回答一个业务问题。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Gen1  零样本基线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预训练底座直接上岗。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predict 零样本（TimesFM-3）；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classify 规则 / linear probe（UniTS / MOMENT）。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回答：底座行不行 → 统一评测基线。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Gen2  千人千面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轻量适配到每设备、每用户。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/ prompt tuning：TartanIMU 仅 1.1M 参数；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Meta EMG 个性化后再 +16%。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回答：换设备换人还行不行 → 画像进 schema。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Gen3  Token 嵌入大模型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 patch token 作为新模态注入大模型。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+ 分类变成大模型的原生能力；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平台从「提供模型」变成「提供 token 与接口」。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回答：物理感知如何进入统一智能。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演进原则：接口（Ingest / predict / classify）向下兼容；底座、权重、头可独立替换。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代际演进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9  / 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9  评测与许可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同一接口，同一评测，不同底座可对比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平台提供统一评测工具链；许可边界随底座变化。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评测接口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predict：MAE、q10–q90 覆盖率、stitching 长 horizon 稳定性。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classify：macro-F1、confusion matrix、注册类别一致性。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底座对比：同一批数据，同一接口，换底座重跑。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许可边界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权重：NC，商用必须自训底座。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 ≤ 2.5：Apache-2.0，可商用。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 / MOMENT：MIT，可商用。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Moirai 权重 / Meta EMG：CC-BY-NC，仅研究。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平台不绑定任何 NC 权重；接口层与许可层解耦。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评测与许可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10  / 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平台交付接口与工具链，不交付场景语义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痛点驱动：统一表征 + 统一接口；底座可换，代际演进向下兼容。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98448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298448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多模态融合不足、多设备自适应困难、多任务泛化弱 → 统一表征 + 统一接口。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93391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93391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993391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schema + predict() + classify()；版本化，向下兼容。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88336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88336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688336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 CPM 一次前向；点预测 q50；评测 MAE + 覆盖率。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8328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383280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383280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UniTS 任务 token / MOMENT linear probe；场景方注册类别，平台微调。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78224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78224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078224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嵌入大模型；接口不变。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73168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773168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773168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3.0 权重 NC；≤2.5 Apache；UniTS / MOMENT MIT；平台层与许可层解耦。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468112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468112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不做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468112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 Pack、整机、芯片、自建大模型、世界视频、把 TimesFM 当分类模型宣传。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决策    |    Security Level: Internal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11  /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