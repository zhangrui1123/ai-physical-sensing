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  <p:sldId id="266" r:id="rId2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 → 共享特征 → 预测 / 分类双接口，不做场景应用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特征 + 统一推理接口；底座可换，接口不变。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 + 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11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三个痛点，一个根因：缺统一特征与统一接口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来自一线业务复盘；每个痛点都对应后文一类模型能力。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异构模态缺乏统一对齐。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/ EMG / TP 各自建模：量纲、采样率、时钟不一致；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跨模态信息互相看不见，融合靠人工拼特征。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基于单设备独立优化。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每款设备单独采数据、单独调参；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换机型、换佩戴位置就要重新标定，成本线性增长。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算法针对特定场景设计。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一个场景一个模型；新场景重新标注、重新训练；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无法零样本启动，长尾场景覆盖不了。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根因：没有「统一特征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线性探针即用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多模态人体感知特征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TOP3 研究团队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物理感知方向最值得对标的三支队伍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选型口径：有基础模型、有真实数据、有产业部署。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系列（1.0 → 3.0）。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通用时序预测标杆：fev-bench / TIME / GIFT-Eval 三榜第一。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平台预测底座的来源。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Mo Li 团队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港科大/南洋理工 + 阿里巴巴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LIMU-BERT（SenSys'21 最佳论文提名）→ LIMU-BERT-X（MobiCom'25）→ Babel（SenSys'25）。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万小时真实数据；外卖配送全国部署。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传感器基础模型从论文走到产业。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Meta Reality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神经腕带（Nature'25）。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跨用户泛化：0.88 手势/s、手写 20.9 WPM。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已随 Ray-Ban Display 出货——唯一规模商用的 EMG 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跟踪名单：CMU（MOMENT + TartanIMU）、Harvard + MIT 林肯实验室（UniTS）、Nokia Bell Labs（PRIMUS）、微软研究院（Babel）。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团队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TOP3 商用场景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平台能力已被产业验证的三个方向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平台只提供接入 / 预测 / 分类接口；场景 Pack 由业务方交付。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可穿戴运动健康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/ EMG（手表、手环、腕带）。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能力：手势 / 活动分类 + 生理指标预测。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验证：Meta 腕带随 Ray-Ban Display 出货；LIMU-BERT-X 端侧 HAR。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终端情境感知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传感器：IMU（手机、耳机）。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能力：骑行 / 驾驶 / 跌倒识别 + 状态预测。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验证：LIMU-BERT-X 外卖配送全国部署，6 万骑手、1.1K 种机型。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工业与机器人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/ TP（温度压力）。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能力：工况分类 + 预测性维护 + 位姿估计。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验证：TartanIMU 跨机器人平台，LoRA 1.1M 参数适配、200 FPS。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共性：三个场景都需要「预测 + 分类」同时在线，且设备 / 用户高度异构——正对应三大痛点。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场景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接入 → 特征 → 预测 / 分类。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统一预测 / 分类接口，新场景先零样本启动，再按需微调。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平台边界：交付接入校验、共享特征、预测 / 分类双接口、评测工具链；不交付场景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所有输入先过接入校验；预测与分类共用同一批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接入（数据规格）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数据规格 = {序列 id, 时间戳, 数值, 量纲单位, 质量位, 变元角色: 目标 / 仅历史 / 历史+未来}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32、历史段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预测（历史段, 预测时长） → {分位数, 点预测}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分位数：(V,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非自回归；可拼接任意预测长度。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分类（时间窗） → {类别, 置信度}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类别：场景方注册的类别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置信度：softmax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基于共享特征 + 任务 token / 线性探针。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接口规格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输入输出只描述数据形态，不含场景语义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立项口径：每个字段、每个返回结构都可考核、可验收。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输入规格（唯一入口）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字段：序列 id / 时间戳 / 数值 / 量纲单位 / 质量位 / 变元角色。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六字段缺一不可，缺即拒收。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变元：目标 / 仅历史 / 历史+未来；覆盖 IMU / EMG / TP；上限 32。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规模：历史段 ≤ 15,360 点（对齐 TimesFM-3，换底座可上调）。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采样率：档位制 10 / 50 / 100 / 200 Hz；超档自动重采样并记入质量位。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输出规格（结构冻结）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预测接口 → {分位数 (V,H,9), 点预测 (V,H)}。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分类接口 → {类别, 置信度}；类别表由场景方注册。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场景语义（类别表 / 预测时长 / 告警阈值）不进平台接口——「平台不做场景」的落法。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版本化：接口升级向下兼容，旧调用不破坏。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接口规格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9  量化指标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每项指标 = 基线 + 目标值 + 测量方法 + 数据集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精度 / 时延 / 功耗三层，绑定代际承诺，标杆任务锚定公开数据。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02412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98448"/>
            <a:ext cx="17556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298448"/>
            <a:ext cx="23042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基线 / 对标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98448"/>
            <a:ext cx="294436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目标值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19" y="1298448"/>
            <a:ext cx="22128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测量方法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7335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67335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MAE / MASE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167335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零样本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7335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持平或更优；自研 ≤ 0.95×基线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167335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 benchmark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+ 自有数据集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21284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4028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224028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q10–q90 覆盖率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24028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理论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24028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80% ± 5pp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24028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留出集滚动回测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779776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807208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2807208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分类宏 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807208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 / UniTS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807208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 ≥ 基线−5pp；百样本 ≥ 基线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80720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公开集 + 场景注册集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346704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374136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泛化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3374136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跨设备/用户衰减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374136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单设备独立优化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374136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≤ 5pp；Gen2 后 ≤ 2pp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3374136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留一交叉验证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913632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41064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时延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3941064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p95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3941064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TimesFM-3：M4 Max 11ms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941064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手机 ≤ 30ms；手表 ≤ 50ms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3941064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真机 profiling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48056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50799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功耗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3080" y="450799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千次推理能耗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9039" y="450799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—（Gen3 考核）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450799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整机续航影响 &lt; 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19" y="450799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功耗仪实测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4748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07492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83080" y="507492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拒收率 / 兼容性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39" y="507492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507492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版本升级不破坏旧调用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19" y="507492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工具链自动化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715000"/>
            <a:ext cx="11247120" cy="6858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代际绑定：Gen1 承诺精度基线 → Gen2 承诺泛化提升 → Gen3 承诺时延功耗；标杆任务：Meta 手势 0.88/s、LIMU-BERT-X 骑手、TartanIMU 200 FPS。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量化指标    |    Security Level: Internal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预测零样本（TimesFM-3）；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分类走规则 / 线性探针（UniTS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/ 提示微调：TartanIMU 仅 1.1M 参数；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Meta EMG 个性化后再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画像进数据规格。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演进原则：接口（接入 / 预测 / 分类）向下兼容；底座、权重、头可独立替换。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11  /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