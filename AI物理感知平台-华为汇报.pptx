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平台工具化：接口明确 + 代际演进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契约 → 共享表征 → predict() / classify()，不做场景应用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平台只交付工具链：统一输入契约、两个推理函数、可替换底座。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管预测，UniTS/MOMENT 管分类，LIMU-BERT-X 管 IMU 先验；底座可换，接口不变。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 + classify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底座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+ UniTS/MOMENT + LIMU-BERT-X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 → Gen2 指令微调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8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平台边界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只做工具，不做场景；接口稳定，底座可换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明确划分：平台负责 Ingest → 表征 → 推理；场景方负责业务标签与闭环。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361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019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PhysIngest 校验、共享表征、predict() / classify()、评测工具链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361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平台不交付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9019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 Pack、整机 App、芯片、盘古、世界视频、把 TimesFM 当分类模型宣传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077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底座可替换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735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→ 自研 / 更新版本；UniTS/MOMENT → 其他多任务模型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432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077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接口不替换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735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Ingest schema、predict() 返回结构、classify() 返回结构保持兼容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148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2793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6451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target / past-only / past-future 变元；IMU / EMG / TP 只是变元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14800"/>
            <a:ext cx="56235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279392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645152"/>
            <a:ext cx="52120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预测：quantiles + point；分类：label + confidence；无场景语义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平台不抢场景：场景方调 predict/classify，平台方保接口与底座演进。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平台边界    |    Security Level: Internal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契约 + predict() + classify()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 Ingest；预测与分类共用同一批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Ingest(schema)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schema = {series_id, timestamp, value, unit, quality_flag, variate_role: target/past-only/past-future}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32、context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predict(context, horizon) → {quantiles, point}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quantiles: 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point: 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 stitching 任意 H。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classify(window) → {label, confidence}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label: 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confidence: 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基于共享表征 + 任务 token / linear probe。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预测实现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式：CPM 一次前向出 9 分位数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预测是平台原生能力；接口固定，底座可换。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context ≤ 15,360；变元 ≤ 32；target / past-only / past-future。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pad32 → 去趋势 → RevIN → patch 192 → ResidualBlock → 1280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表征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20 × MixingTransformer：因果时间注意力 + 变元注意力 + FFN。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1280→64×9；CPM mask horizon；逆 RevIN；stitching 任意 H。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 q50；概率区间 q10–q90；MAE + 覆盖率评测。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替换点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底座换 TimesFM-4 / 自研时，predict() 签名与返回结构不变。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预测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分类实现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共享表征 + 任务 token / linear probe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分类不是 TimesFM 内建；平台用 UniTS / MOMENT 方式补。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路 A  规则下游（零样本，示意）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历史段：去趋势残差 z-score。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|z|≥3 CRITICAL，≥2 WARNING，否则 NORMAL。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未来段：观测是否落在 q10–q90 / q20–q80 外。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不改权重，不能注册新类别，只能做异常示意。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路 B  可学习分类（平台接口）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UniTS：任务 token 把预测 / 分类 / 填补 / 异常收进同一套参数。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MOMENT：掩码预训练编码器 + linear probe / 分类头。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LIMU-BERT-X：IMU 掩码预训练，直接初始化 IMU 变元。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场景方注册类别 → 平台微调 classify() → 返回 label + confidence。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分类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 → Gen2 指令微调 → Gen3 端侧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接口不变，底座与能力逐代升级。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+ UniTS/MOMENT + LIMU-BERT-X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 零样本；classify 规则 / LoRA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评测：MAE + 覆盖率 + macro-F1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指令微调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物理指令数据集：预测 / 分类 / 异常统一 prompt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底座自研，摆脱 3.0 NC 权重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评测：zero-shot → few-shot → full-shot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端侧物理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 式端侧初始化 + 量化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predict/classify 在设备闭环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评测：延迟 + 功耗 + 精度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演进原则：接口（Ingest / predict / classify）向下兼容；底座、权重、头可独立替换。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评测与许可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同一接口，同一评测，不同底座可对比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平台提供统一评测工具链；许可边界随底座变化。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评测接口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predict：MAE、q10–q90 覆盖率、stitching 长 horizon 稳定性。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classify：macro-F1、confusion matrix、注册类别一致性。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底座对比：同一批数据，同一接口，换底座重跑。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许可边界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权重：NC，商用必须自训底座。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≤ 2.5：Apache-2.0，可商用。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/ MOMENT / LIMU-BERT-X：公开可研究，商用前确认 license。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平台不绑定任何 NC 权重；接口层与许可层解耦。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评测与许可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平台交付接口与工具链，不交付场景语义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接口固定，底座可换，代际演进向下兼容。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Ingest schema + predict() + classify()；版本化，向下兼容。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10312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一次前向；点预测 q50；评测 MAE + 覆盖率。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3464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83464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linear probe；场景方注册类别，平台微调。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6616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56616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 → Gen2 指令微调 → Gen3 端侧；接口不变。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9768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9768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9768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3.0 权重 NC；2.5 及以前 Apache-2.0；平台层与许可层解耦。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292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4630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029200"/>
            <a:ext cx="92354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 Pack、整机、芯片、盘古、世界视频、把 TimesFM 当分类模型宣传。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决策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