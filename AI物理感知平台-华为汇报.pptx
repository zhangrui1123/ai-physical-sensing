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10"/>
  </p:notesMasterIdLst>
  <p:handoutMasterIdLst>
    <p:handoutMasterId r:id="rId11"/>
  </p:handoutMasterIdLst>
  <p:sldIdLst>
    <p:sldId id="256" r:id="rId9"/>
    <p:sldId id="257" r:id="rId8"/>
    <p:sldId id="258" r:id="rId7"/>
    <p:sldId id="259" r:id="rId6"/>
    <p:sldId id="260" r:id="rId5"/>
    <p:sldId id="261" r:id="rId16"/>
    <p:sldId id="262" r:id="rId17"/>
    <p:sldId id="263" r:id="rId18"/>
    <p:sldId id="264" r:id="rId19"/>
    <p:sldId id="265" r:id="rId20"/>
    <p:sldId id="266" r:id="rId21"/>
    <p:sldId id="267" r:id="rId22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282"/>
          </p14:sldIdLst>
        </p14:section>
        <p14:section name="章节页" id="{FD05EE94-C931-8C4B-83A2-004B32AA1207}">
          <p14:sldIdLst>
            <p14:sldId id="281"/>
            <p14:sldId id="285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515"/>
    <a:srgbClr val="C7000B"/>
    <a:srgbClr val="575756"/>
    <a:srgbClr val="FFFFFF"/>
    <a:srgbClr val="DD4654"/>
    <a:srgbClr val="F3D2D5"/>
    <a:srgbClr val="E6A8AD"/>
    <a:srgbClr val="E57B84"/>
    <a:srgbClr val="E57984"/>
    <a:srgbClr val="BF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>
      <p:cViewPr varScale="1">
        <p:scale>
          <a:sx n="88" d="100"/>
          <a:sy n="88" d="100"/>
        </p:scale>
        <p:origin x="460" y="68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359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4759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/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499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E2C11B17-3CC6-445B-AC71-74F18E4B41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/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>
            <a:extLst>
              <a:ext uri="{FF2B5EF4-FFF2-40B4-BE49-F238E27FC236}">
                <a16:creationId xmlns="" xmlns:a16="http://schemas.microsoft.com/office/drawing/2014/main" id="{D9C13A00-1073-4DDB-80E9-154875087B13}"/>
              </a:ext>
            </a:extLst>
          </p:cNvPr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C897A368-8F39-4049-9BB0-AEB315EB7E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12621051-E1A4-A049-BF21-61B18B348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39974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=""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463">
              <a:lnSpc>
                <a:spcPct val="7000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68422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384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3.xml"/><Relationship Id="rId3" Type="http://schemas.openxmlformats.org/officeDocument/2006/relationships/image" Target="../media/image6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4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=""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7" r:id="rId3"/>
    <p:sldLayoutId id="2147483822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59" userDrawn="1">
          <p15:clr>
            <a:srgbClr val="F26B43"/>
          </p15:clr>
        </p15:guide>
        <p15:guide id="2" pos="3841" userDrawn="1">
          <p15:clr>
            <a:srgbClr val="F26B43"/>
          </p15:clr>
        </p15:guide>
        <p15:guide id="3" pos="565" userDrawn="1">
          <p15:clr>
            <a:srgbClr val="F26B43"/>
          </p15:clr>
        </p15:guide>
        <p15:guide id="4" orient="horz" pos="4007" userDrawn="1">
          <p15:clr>
            <a:srgbClr val="F26B43"/>
          </p15:clr>
        </p15:guide>
        <p15:guide id="5" orient="horz" pos="1235" userDrawn="1">
          <p15:clr>
            <a:srgbClr val="F26B43"/>
          </p15:clr>
        </p15:guide>
        <p15:guide id="6" orient="horz" pos="55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=""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=""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=""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=""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=""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=""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=""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=""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=""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=""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=""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=""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=""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=""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=""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=""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=""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=""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=""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 smtClean="0">
                <a:solidFill>
                  <a:srgbClr val="1D1D1B"/>
                </a:solidFill>
                <a:latin typeface="+mj-lt"/>
              </a:rPr>
              <a:t>Copyright©2021 </a:t>
            </a: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=""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/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=""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1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华为内部立项  ·  从特性独立开发到统一特征底座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AI 物理感知平台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84831"/>
            <a:ext cx="10972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时间序列输入  →  时空特征传感器  →  特征输出；评估时按特性训练预测头 / 分类头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10881360" cy="123444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1042416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现状：握姿、手势、旋转各自开发，模型与特征不通用，新增特性需重新训练。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前期：智感握姿等特性已完成单点验证，明确了「不通用」的成因。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本期：平台只输出特征，不承接场景；特性效果通过训练对应预测头 / 分类头评估。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69080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069080"/>
            <a:ext cx="3520440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24528"/>
            <a:ext cx="3154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现状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31546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各特性独立开发，特征不通用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069080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4069080"/>
            <a:ext cx="3520440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4224528"/>
            <a:ext cx="3154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前期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617720"/>
            <a:ext cx="31546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智感握姿 / 手表手势完成单点验证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4069080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4069080"/>
            <a:ext cx="3520440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9" y="4224528"/>
            <a:ext cx="3154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平台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4617720"/>
            <a:ext cx="31546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时序输入 · 特征输出 · 头仅用于评估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715000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标杆特性：手机智感握姿、手表手势（敲一敲 / 划一划）  ·  12 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5715000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1  / 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80760"/>
            <a:ext cx="5486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Security Level: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  现状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各特性独立开发：模型与特征不通用，新增特性需重建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问题不在单点算法，而在特征与特性绑定——换一个特性就要重做一套。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3749039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3749039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627632"/>
            <a:ext cx="345643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智感握姿  ·  独立链路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2194560"/>
            <a:ext cx="3456432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电容阵列 + IMU + 接近光，启发式融合。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四分类与切换，仅服务来电交互。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特征无法复用，换机型即返回 801。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17320"/>
            <a:ext cx="3749039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3749039" cy="73152"/>
          </a:xfrm>
          <a:prstGeom prst="rect">
            <a:avLst/>
          </a:prstGeom>
          <a:solidFill>
            <a:srgbClr val="ED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3984" y="1627632"/>
            <a:ext cx="345643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D6D00"/>
                </a:solidFill>
                <a:latin typeface="Microsoft YaHei"/>
                <a:ea typeface="Microsoft YaHei"/>
                <a:cs typeface="Microsoft YaHei"/>
              </a:rPr>
              <a:t>手表手势  ·  独立链路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194560"/>
            <a:ext cx="3456432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IMU + X-TAP 单独建模，与握姿不共享。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WATCH 3 与 WATCH 5 手势集不通用。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跑步 / 骑行 / 滑雪场景下整体失效。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749039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3749039" cy="73152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1627632"/>
            <a:ext cx="345643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0B5C5"/>
                </a:solidFill>
                <a:latin typeface="Microsoft YaHei"/>
                <a:ea typeface="Microsoft YaHei"/>
                <a:cs typeface="Microsoft YaHei"/>
              </a:rPr>
              <a:t>旋转 / 误触  ·  各自独立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194560"/>
            <a:ext cx="3456432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智感旋转基于陀螺仪，误触另设门限。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同一只手表、同一路 IMU，特征不能复用。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新增特性 = 新模型 + 新数据 + 新标定。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983480"/>
            <a:ext cx="11247120" cy="6858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10881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共性：输入都是时间序列，输出却是绑死的标签。缺的不是再做一个特性模型，是中间那一层通用特征。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华为  ·  AI 物理感知平台  ·  现状    |    Security Level: Internal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37960"/>
            <a:ext cx="1554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2  / 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2  前期工作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智感握姿等特性已完成单点验证，并定位了「不通用」的成因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前期工作的价值在于：单特性已可商用，同时明确了特征无法跨特性复用。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3749039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3749039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627632"/>
            <a:ext cx="345643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智感握姿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2148840"/>
            <a:ext cx="3456432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电容阵列 + IMU + 接近光。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左手 / 右手 / 双手 / 未握持，200ms 内输出；支持来电交互。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现网：MultimodalAwarenessKit，覆盖部分机型。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17320"/>
            <a:ext cx="3749039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3749039" cy="73152"/>
          </a:xfrm>
          <a:prstGeom prst="rect">
            <a:avLst/>
          </a:prstGeom>
          <a:solidFill>
            <a:srgbClr val="ED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3984" y="1627632"/>
            <a:ext cx="345643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D6D00"/>
                </a:solidFill>
                <a:latin typeface="Microsoft YaHei"/>
                <a:ea typeface="Microsoft YaHei"/>
                <a:cs typeface="Microsoft YaHei"/>
              </a:rPr>
              <a:t>手表手势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148840"/>
            <a:ext cx="3456432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IMU + X-TAP（PPG / ECG / 触摸）。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敲一敲 / 划一划 / 翻腕，支持接电话、遥控拍照、车钥匙。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现网：WATCH 5 首配 NPU。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749039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3749039" cy="73152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1627632"/>
            <a:ext cx="345643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0B5C5"/>
                </a:solidFill>
                <a:latin typeface="Microsoft YaHei"/>
                <a:ea typeface="Microsoft YaHei"/>
                <a:cs typeface="Microsoft YaHei"/>
              </a:rPr>
              <a:t>定位的缺口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148840"/>
            <a:ext cx="3456432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保护壳 &gt; 3mm、戴手套时精度下降；换机型需重新标定。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握姿特征无法用于手势，手势特征无法用于旋转。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新增特性仍需从零搭建完整链路。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983480"/>
            <a:ext cx="11247120" cy="6858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10881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前期交付的是特性算法；本期要交付的是各特性可共用的中间层——时空特征传感器。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华为  ·  AI 物理感知平台  ·  前期工作    |    Security Level: Internal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37960"/>
            <a:ext cx="1554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3  / 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3  平台定义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平台只做一件事：把时间序列变成可复用的特征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时空特征传感器 = 同时看「时间怎么变」和「多路传感器怎么摆」。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2816352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2816352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572768"/>
            <a:ext cx="2560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  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901952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时间序列信号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2377440"/>
            <a:ext cx="256032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序列 id / 时间戳 / 数值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量纲 / 质量位 / 变元角色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电容 · IMU · 接近光 · X-TAP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1417320"/>
            <a:ext cx="2816352" cy="352044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9525">
            <a:solidFill>
              <a:srgbClr val="ED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9272" y="1417320"/>
            <a:ext cx="2816352" cy="73152"/>
          </a:xfrm>
          <a:prstGeom prst="rect">
            <a:avLst/>
          </a:prstGeom>
          <a:solidFill>
            <a:srgbClr val="ED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1572768"/>
            <a:ext cx="2560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D6D00"/>
                </a:solidFill>
                <a:latin typeface="Microsoft YaHei"/>
                <a:ea typeface="Microsoft YaHei"/>
                <a:cs typeface="Microsoft YaHei"/>
              </a:rPr>
              <a:t>2  核心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1901952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时空特征传感器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377440"/>
            <a:ext cx="256032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时：窗口里信号怎么变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空：多路传感器、阵列位置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对齐时钟、量纲、质量位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417320"/>
            <a:ext cx="2816352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62B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2784" y="1417320"/>
            <a:ext cx="2816352" cy="73152"/>
          </a:xfrm>
          <a:prstGeom prst="rect">
            <a:avLst/>
          </a:prstGeom>
          <a:solidFill>
            <a:srgbClr val="62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572768"/>
            <a:ext cx="2560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2B230"/>
                </a:solidFill>
                <a:latin typeface="Microsoft YaHei"/>
                <a:ea typeface="Microsoft YaHei"/>
                <a:cs typeface="Microsoft YaHei"/>
              </a:rPr>
              <a:t>3  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901952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特征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377440"/>
            <a:ext cx="256032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同一套向量，不含场景标签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握姿、手势、旋转都吃它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底座可换，特征形态冻结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26296" y="1417320"/>
            <a:ext cx="2816352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30B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6296" y="1417320"/>
            <a:ext cx="2816352" cy="73152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54312" y="1572768"/>
            <a:ext cx="2560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0B5C5"/>
                </a:solidFill>
                <a:latin typeface="Microsoft YaHei"/>
                <a:ea typeface="Microsoft YaHei"/>
                <a:cs typeface="Microsoft YaHei"/>
              </a:rPr>
              <a:t>4  仅评估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2" y="1901952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预测头 / 分类头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2377440"/>
            <a:ext cx="256032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按特性另训一个小头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头的分数 = 特征好不好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头不是平台交付物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806440"/>
            <a:ext cx="11247120" cy="6400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9525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806440"/>
            <a:ext cx="73152" cy="6400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806440"/>
            <a:ext cx="108813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所以  ·  平台边界：交付接入校验、时空特征传感器与特征。预测头 / 分类头仅在评测时训练，不进入平台接口。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华为  ·  AI 物理感知平台  ·  平台定义    |    Security Level: Internal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37960"/>
            <a:ext cx="1554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4  / 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4  输入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入口只有一种东西：时间序列信号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不管来自握姿、手势还是旋转，先变成同一套字段，缺一不可。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766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766560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72768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六字段（缺一即拒收）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640080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序列 id：这一路信号是谁。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时间戳：什么时候采到的——多路要对齐。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数值：原始读数。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量纲单位：g、rad/s、pF，不能混着喂。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质量位：丢包、饱和、超档重采样，要记下来。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变元角色：目标 / 仅历史 / 历史+未来。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覆盖：IMU / 电容阵列 / 接近光 / X-TAP / EMG / TP。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上限：变元 ≤ 32；历史段 ≤ 15,360 点。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采样率档位：10 / 50 / 100 / 200 Hz。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371600"/>
            <a:ext cx="4297680" cy="420624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572768"/>
            <a:ext cx="3931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不进入口的东西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057400"/>
            <a:ext cx="393192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左手 / 右手 / 敲一敲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——场景标签不进平台。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来电交互、车钥匙解锁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——应用语义不进平台。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机型名、保护壳厚度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——可作为质量位或协变量，不作为类别。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华为  ·  AI 物理感知平台  ·  输入    |    Security Level: Internal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37960"/>
            <a:ext cx="1554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5  / 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5  时空特征传感器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同时看时间怎么变、多路传感器怎么摆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这是平台唯一的核心模块；换底座可以，进出形态不能散。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91440" cy="111556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99616"/>
            <a:ext cx="237744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时  ·  时间维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517904"/>
            <a:ext cx="8275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把一段窗口切成 patch，看信号怎么随时间变。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握姿是秒级稳态，敲一敲是 0.5s 脉冲——同一套特征，窗口不同。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6040"/>
            <a:ext cx="11247120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06040"/>
            <a:ext cx="91440" cy="1115568"/>
          </a:xfrm>
          <a:prstGeom prst="rect">
            <a:avLst/>
          </a:prstGeom>
          <a:solidFill>
            <a:srgbClr val="ED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734056"/>
            <a:ext cx="237744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D6D00"/>
                </a:solidFill>
                <a:latin typeface="Microsoft YaHei"/>
                <a:ea typeface="Microsoft YaHei"/>
                <a:cs typeface="Microsoft YaHei"/>
              </a:rPr>
              <a:t>空  ·  传感器维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52344"/>
            <a:ext cx="8275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电容阵列有位置，IMU 有三轴，接近光 / X-TAP 是另一路。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变元注意力自动学习多路信号的关联，不再人工拼接特征。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11247120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91440" cy="1115568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968496"/>
            <a:ext cx="237744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0B5C5"/>
                </a:solidFill>
                <a:latin typeface="Microsoft YaHei"/>
                <a:ea typeface="Microsoft YaHei"/>
                <a:cs typeface="Microsoft YaHei"/>
              </a:rPr>
              <a:t>对齐先于模型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986784"/>
            <a:ext cx="8275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时钟、量纲、质量位在进传感器之前完成。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多路信号若未对齐，再强的模型也只能处理噪声。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66360"/>
            <a:ext cx="11247120" cy="50292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230368"/>
            <a:ext cx="10881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公开依据：TimesFM-3 变元注意力、UniTS 任务 token、LIMU-BERT-X 跨 1.1K 机型、Babel 6 模态对齐。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华为  ·  AI 物理感知平台  ·  特征传感器    |    Security Level: Internal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37960"/>
            <a:ext cx="1554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6  / 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6  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平台出口是特征，不是左手 / 敲一敲 / 转了多少度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场景语义留在特性侧；特征形态冻结，换底座旧调用还能接。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57784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577840" cy="73152"/>
          </a:xfrm>
          <a:prstGeom prst="rect">
            <a:avLst/>
          </a:prstGeom>
          <a:solidFill>
            <a:srgbClr val="62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72768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62B230"/>
                </a:solidFill>
                <a:latin typeface="Microsoft YaHei"/>
                <a:ea typeface="Microsoft YaHei"/>
                <a:cs typeface="Microsoft YaHei"/>
              </a:rPr>
              <a:t>交什么（特征）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521208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一段窗口 → 一组向量（patch token）。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同一套特征同时喂给：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握姿分类头、手势分类头、旋转预测头。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结构冻结：维度、时间对齐、质量位随路。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版本升级向下兼容。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底座（TimesFM / UniTS / 自研）可换，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外面看到的仍是这组特征。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8640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486400" cy="73152"/>
          </a:xfrm>
          <a:prstGeom prst="rect">
            <a:avLst/>
          </a:prstGeom>
          <a:solidFill>
            <a:srgbClr val="89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72768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不交什么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512064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不交付左手 / 右手标签。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不交付敲一敲触发。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不交付来电交互。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不交付整机、芯片、场景 Pack。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以上由特性团队负责。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平台提供特征，特性团队训练各自的头。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华为  ·  AI 物理感知平台  ·  输出    |    Security Level: Internal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37960"/>
            <a:ext cx="1554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7  / 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7  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特征冻结，按特性训练预测头 / 分类头，头的指标即特征质量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预测头 / 分类头仅作评测探针，不作为平台交付物；头规模小，便于归因于特征。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47120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8813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评测协议：冻结时空特征传感器（不调整或仅允许极小适配）→ 按特性训练线性探针 / 浅层头 → 在冻结集上评分。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对照基线 = 前期手工算法（握姿启发式、手表现网手势）。同一数据下，头指标更优才说明特征更优。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更换特性只更换头、不更换特征；若换头后指标显著下降，说明特征未通用，而非头训练不足。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365760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971800"/>
            <a:ext cx="3657600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3127248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分类头  ·  握姿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3547872"/>
            <a:ext cx="3364992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四分类：左 / 右 / 双手 / 未握持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看宏 F1、切换是否 ≤ 200ms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971800"/>
            <a:ext cx="365760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971800"/>
            <a:ext cx="3657600" cy="73152"/>
          </a:xfrm>
          <a:prstGeom prst="rect">
            <a:avLst/>
          </a:prstGeom>
          <a:solidFill>
            <a:srgbClr val="ED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3984" y="3127248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D6D00"/>
                </a:solidFill>
                <a:latin typeface="Microsoft YaHei"/>
                <a:ea typeface="Microsoft YaHei"/>
                <a:cs typeface="Microsoft YaHei"/>
              </a:rPr>
              <a:t>分类头  ·  手势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3547872"/>
            <a:ext cx="3364992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敲一敲 / 划一划 / 翻腕 + 拒识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看召回 @ 误报、p95 ≤ 50ms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971800"/>
            <a:ext cx="365760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2971800"/>
            <a:ext cx="3657600" cy="73152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3127248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0B5C5"/>
                </a:solidFill>
                <a:latin typeface="Microsoft YaHei"/>
                <a:ea typeface="Microsoft YaHei"/>
                <a:cs typeface="Microsoft YaHei"/>
              </a:rPr>
              <a:t>预测头  ·  旋转 / 切换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3547872"/>
            <a:ext cx="3364992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下一时刻角度或握姿切换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看 MAE、分位数覆盖率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06440"/>
            <a:ext cx="11247120" cy="6400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9525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806440"/>
            <a:ext cx="73152" cy="6400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806440"/>
            <a:ext cx="108813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所以  ·  平台验收不看「再交付一个握姿模型」，看「同一套特征更换头后，仍优于前期单点方案」。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华为  ·  AI 物理感知平台  ·  评估    |    Security Level: Internal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537960"/>
            <a:ext cx="1554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8  / 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8  标杆接入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前期特性保留，改为「共用特征 + 各自的头」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握姿、手势、旋转仍作为验收场景；变化在中间层，不在场景本身。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938527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特性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98448"/>
            <a:ext cx="276148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前期（独立开发）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298448"/>
            <a:ext cx="27157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本期（平台）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298448"/>
            <a:ext cx="29443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评估头 / 指标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645920"/>
            <a:ext cx="1124712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82496"/>
            <a:ext cx="1938527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智感握姿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1682496"/>
            <a:ext cx="276148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电容+IMU+光启发式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特征无法复用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682496"/>
            <a:ext cx="271576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同一套时空特征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秒级窗口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682496"/>
            <a:ext cx="294436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分类头 · 四分类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宏 F1；切换 ≤ 200ms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59152"/>
            <a:ext cx="11247120" cy="64008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395728"/>
            <a:ext cx="1938527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敲一敲 / 划一划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395728"/>
            <a:ext cx="276148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IMU+X-TAP 独立建模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与握姿不共享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2395728"/>
            <a:ext cx="271576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同一套时空特征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短脉冲窗口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395728"/>
            <a:ext cx="294436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分类头 · 事件+拒识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召回 @ 误报；p95 ≤ 50ms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072384"/>
            <a:ext cx="1124712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108960"/>
            <a:ext cx="1938527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招一招 / 翻手腕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108960"/>
            <a:ext cx="276148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每只手表单独标定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3108960"/>
            <a:ext cx="271576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换头不换特征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108960"/>
            <a:ext cx="294436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分类头 · 事件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跨机型衰减 ≤ 5pp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785615"/>
            <a:ext cx="11247120" cy="64008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822191"/>
            <a:ext cx="1938527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智感旋转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822191"/>
            <a:ext cx="276148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陀螺仪独立链路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3822191"/>
            <a:ext cx="271576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同一套特征用于预测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3822191"/>
            <a:ext cx="294436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预测头 · 连续量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角度 MAE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98848"/>
            <a:ext cx="1124712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535424"/>
            <a:ext cx="1938527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误触抑制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4535424"/>
            <a:ext cx="276148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各链路单独设门限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4535424"/>
            <a:ext cx="271576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基于特征的置信度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4535424"/>
            <a:ext cx="294436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拒识头 · 共用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误触 &lt; 1 次/天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华为  ·  AI 物理感知平台  ·  标杆    |    Security Level: Internal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537960"/>
            <a:ext cx="1554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9  / 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9  新特性接入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新特性 = 注册时序 + 训练一个头，不再重建完整链路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时空特征传感器保持冻结；特性团队仅需确定窗口、类别表及预测头 / 分类头类型。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278892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2788920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2514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① 接入时序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25146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按六字段注册该路信号。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电容、IMU、X-TAP 均可接入。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17320"/>
            <a:ext cx="278892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417320"/>
            <a:ext cx="2788920" cy="73152"/>
          </a:xfrm>
          <a:prstGeom prst="rect">
            <a:avLst/>
          </a:prstGeom>
          <a:solidFill>
            <a:srgbClr val="ED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600200"/>
            <a:ext cx="2514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D6D00"/>
                </a:solidFill>
                <a:latin typeface="Microsoft YaHei"/>
                <a:ea typeface="Microsoft YaHei"/>
                <a:cs typeface="Microsoft YaHei"/>
              </a:rPr>
              <a:t>② 输出特征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03120"/>
            <a:ext cx="25146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复用已上线的时空特征传感器。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不重新训练底座。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417320"/>
            <a:ext cx="278892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417320"/>
            <a:ext cx="2788920" cy="73152"/>
          </a:xfrm>
          <a:prstGeom prst="rect">
            <a:avLst/>
          </a:prstGeom>
          <a:solidFill>
            <a:srgbClr val="62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600200"/>
            <a:ext cx="2514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62B230"/>
                </a:solidFill>
                <a:latin typeface="Microsoft YaHei"/>
                <a:ea typeface="Microsoft YaHei"/>
                <a:cs typeface="Microsoft YaHei"/>
              </a:rPr>
              <a:t>③ 训练头评估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03120"/>
            <a:ext cx="25146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分类头或预测头，线性探针即可起步。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指标达标方可准入。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417320"/>
            <a:ext cx="278892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417320"/>
            <a:ext cx="2788920" cy="73152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600200"/>
            <a:ext cx="2514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0B5C5"/>
                </a:solidFill>
                <a:latin typeface="Microsoft YaHei"/>
                <a:ea typeface="Microsoft YaHei"/>
                <a:cs typeface="Microsoft YaHei"/>
              </a:rPr>
              <a:t>④ 特性侧组装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103120"/>
            <a:ext cx="25146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窗口、类别表、拒识门限由特性侧定义。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平台不承接场景语义。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84632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56048"/>
            <a:ext cx="10881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与前期差别：前期每新增一个特性，需重做模型、特征与标定；本期每新增一个特性，仅增加一个头。若头无法达标，回溯优化特征传感器，而非另立特性项目。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华为  ·  AI 物理感知平台  ·  新特性    |    Security Level: Internal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537960"/>
            <a:ext cx="1554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10  / 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10  量化指标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考核对象为特征，指标通过对应的头体现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每项均为「冻结特征 + 对应的头」。基线 = 前期独立开发的手工算法。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02412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298448"/>
            <a:ext cx="1938527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298448"/>
            <a:ext cx="22128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基线 / 对标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79" y="1298448"/>
            <a:ext cx="2852927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目标值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19" y="1298448"/>
            <a:ext cx="22128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怎么测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45920"/>
            <a:ext cx="1124712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73352"/>
            <a:ext cx="102412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特征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1673352"/>
            <a:ext cx="1938527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握姿分类头 宏 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1673352"/>
            <a:ext cx="22128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前期启发式握姿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1673352"/>
            <a:ext cx="2852927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≥ 前期；关键场景冲 99%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19" y="1673352"/>
            <a:ext cx="22128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冻结特征 + 四分类头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212848"/>
            <a:ext cx="11247120" cy="512064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240280"/>
            <a:ext cx="102412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特征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2240280"/>
            <a:ext cx="1938527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手势分类头 宏 F1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240280"/>
            <a:ext cx="22128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WATCH 5 现网手势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9" y="2240280"/>
            <a:ext cx="2852927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≥ 前期；误触 &lt; 1 次/天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2240280"/>
            <a:ext cx="22128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冻结特征 + 事件头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779776"/>
            <a:ext cx="1124712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807208"/>
            <a:ext cx="102412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特征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2807208"/>
            <a:ext cx="1938527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旋转预测头 MAE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2807208"/>
            <a:ext cx="22128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前期陀螺仪单链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79" y="2807208"/>
            <a:ext cx="2852927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持平或更优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19" y="2807208"/>
            <a:ext cx="22128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冻结特征 + 预测头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346704"/>
            <a:ext cx="11247120" cy="512064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374136"/>
            <a:ext cx="102412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通用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3374136"/>
            <a:ext cx="1938527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换头掉分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3374136"/>
            <a:ext cx="22128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各特性独立模型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79" y="3374136"/>
            <a:ext cx="2852927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换头不换特征，掉分 ≤ 5pp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19" y="3374136"/>
            <a:ext cx="22128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握姿特征直接挂手势头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913632"/>
            <a:ext cx="1124712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941064"/>
            <a:ext cx="102412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泛化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83080" y="3941064"/>
            <a:ext cx="1938527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跨机型 / 跨用户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3941064"/>
            <a:ext cx="22128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单机单独标定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79" y="3941064"/>
            <a:ext cx="2852927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衰减 ≤ 5pp；Gen2 ≤ 2pp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19" y="3941064"/>
            <a:ext cx="22128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留一交叉验证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480560"/>
            <a:ext cx="11247120" cy="512064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507992"/>
            <a:ext cx="102412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时延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83080" y="4507992"/>
            <a:ext cx="1938527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特征 + 头 端侧 p95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1920" y="4507992"/>
            <a:ext cx="22128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现网握姿 200ms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79" y="4507992"/>
            <a:ext cx="2852927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握姿 ≤ 200ms；手势 ≤ 50ms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19" y="4507992"/>
            <a:ext cx="22128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真机 profiling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047488"/>
            <a:ext cx="11247120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074920"/>
            <a:ext cx="102412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工程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83080" y="5074920"/>
            <a:ext cx="1938527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特征形态兼容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31920" y="5074920"/>
            <a:ext cx="22128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79" y="5074920"/>
            <a:ext cx="2852927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换底座不破坏旧调用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19" y="5074920"/>
            <a:ext cx="22128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工具链回归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5715000"/>
            <a:ext cx="11247120" cy="6858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806440"/>
            <a:ext cx="10881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验收标准：同一套特征分别训练握姿头与手势头，均优于前期单点方案——方为通用，而非再交付两个特性模型。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华为  ·  AI 物理感知平台  ·  量化指标    |    Security Level: Internal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41280" y="6537960"/>
            <a:ext cx="1554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11  /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11  代际演进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特征先通用，再覆盖到人与设备，最终成为大模型可用的 token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每代升级的是时空特征传感器；头可替换重训，特征形态保持稳定。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3749039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3749039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627632"/>
            <a:ext cx="345643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Gen1  特征通用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2148840"/>
            <a:ext cx="3456432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时空特征传感器上线。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握姿 / 手势通过线性探针头验收。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优于前期单点，方为通用起步。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回答：一套特征能否支撑多个特性。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17320"/>
            <a:ext cx="3749039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3749039" cy="73152"/>
          </a:xfrm>
          <a:prstGeom prst="rect">
            <a:avLst/>
          </a:prstGeom>
          <a:solidFill>
            <a:srgbClr val="ED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3984" y="1627632"/>
            <a:ext cx="345643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D6D00"/>
                </a:solidFill>
                <a:latin typeface="Microsoft YaHei"/>
                <a:ea typeface="Microsoft YaHei"/>
                <a:cs typeface="Microsoft YaHei"/>
              </a:rPr>
              <a:t>Gen2  跨设备跨人通用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148840"/>
            <a:ext cx="3456432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左右手、保护壳、手套、佩戴松紧纳入特征。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LoRA 仅做特征侧轻量适配，不重建特性链路。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跨机型衰减收紧至 ≤ 2pp。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回答：换设备换人，是否仍需重训。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749039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3749039" cy="73152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1627632"/>
            <a:ext cx="345643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0B5C5"/>
                </a:solidFill>
                <a:latin typeface="Microsoft YaHei"/>
                <a:ea typeface="Microsoft YaHei"/>
                <a:cs typeface="Microsoft YaHei"/>
              </a:rPr>
              <a:t>Gen3  特征接入大模型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148840"/>
            <a:ext cx="3456432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物理特征作为新模态注入大模型。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特性头可进一步简化，甚至不再独立存在。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平台从「提供特征」演进为「提供 token」。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回答：物理感知如何进入统一智能。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983480"/>
            <a:ext cx="11247120" cy="6858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10881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演进原则：输入时序规格、输出特征形态向下兼容；底座和评估头可独立替换。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华为  ·  AI 物理感知平台  ·  代际演进    |    Security Level: Internal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37960"/>
            <a:ext cx="1554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12  /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FC2917F5-FC52-4782-A0FF-AE2013F589C8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25829FED-7996-4B48-8C44-EBA668E4F8ED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6DF1AB71-8E54-4DA3-96CA-45CA365BFE54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88</TotalTime>
  <Words>55</Words>
  <Application>Microsoft Office PowerPoint</Application>
  <PresentationFormat>自定义</PresentationFormat>
  <Paragraphs>49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黑体</vt:lpstr>
      <vt:lpstr>Microsoft YaHei</vt:lpstr>
      <vt:lpstr>Arial</vt:lpstr>
      <vt:lpstr>Calibri</vt:lpstr>
      <vt:lpstr>Calibri Light</vt:lpstr>
      <vt:lpstr>1_Title Slide</vt:lpstr>
      <vt:lpstr>Chart page</vt:lpstr>
      <vt:lpstr>4_Chart page</vt:lpstr>
      <vt:lpstr>End page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Hanke (A)</cp:lastModifiedBy>
  <cp:revision>11</cp:revision>
  <dcterms:created xsi:type="dcterms:W3CDTF">2018-12-05T07:23:25Z</dcterms:created>
  <dcterms:modified xsi:type="dcterms:W3CDTF">2021-01-28T09:59:27Z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</Properties>
</file>