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论文解读  ·  Google Research  ·  2026-08-31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109728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TimesFM-3 主要想法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多变量时序预测：零样本、协变量、一次前向出整段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88920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104241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TimesFM 第三代：从零样本单变量，到原生零样本多变量。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多目标 + 历史协变量 + 未来已知协变量，单次前向输出整段 horizon 的 9 个分位数。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25196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38912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330M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8348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参数，20 层 transformer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425196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38912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1T+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498348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预训练时间点（真实 + 合成）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4251960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9" y="4389120"/>
            <a:ext cx="3154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3 个第一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4983480"/>
            <a:ext cx="31546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GIFT-Eval / FEV-Bench /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8076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来源：research.google/blog/timesfm-3  ·  本地存档 TimesFM-3-文章.md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608076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1  / 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0  一页看懂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三句话讲完 TimesFM-3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是什么、解决什么、关键招。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3794760" cy="4526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109728" cy="4526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3337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是什么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33756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时序基础模型第三代。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330M 参数、1T+ 时间点预训练，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零样本直接预测新序列。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33375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前代只能单变量；3 代原生多变量。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234440"/>
            <a:ext cx="3794760" cy="4526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234440"/>
            <a:ext cx="109728" cy="45262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417320"/>
            <a:ext cx="3337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解决什么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11680"/>
            <a:ext cx="333756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真实预测本质是多变量：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销量受相关产品、客流、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促销计划共同影响。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97680"/>
            <a:ext cx="33375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单变量外推看不见「未来已知事件」。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234440"/>
            <a:ext cx="3794760" cy="4526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234440"/>
            <a:ext cx="109728" cy="452628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417320"/>
            <a:ext cx="333756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关键招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2011680"/>
            <a:ext cx="3337560" cy="2194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交替注意力（时间 × 变量）+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连续 patch 掩码：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整段 horizon 一次前向填出。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297680"/>
            <a:ext cx="33375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不再逐段自回归，误差不累积。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56832"/>
            <a:ext cx="8412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TimesFM-3  ·  一页看懂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2  / 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1  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单变量外推，看不见「未来已知的事」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例：预测冰淇淋销量，历史销量之外还有相关产品、客流、促销计划。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40233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单变量模式（红线）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502920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只看历史销量，把周模式向前平移。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不知道哪天有促销 → 促销日销量被系统性低估。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前代 TimesFM（≤2.5）只能这样做。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234440"/>
            <a:ext cx="5760720" cy="402336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41732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TimesFM-3 多变量模式（蓝线）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965960"/>
            <a:ext cx="530352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把「促销计划」作为未来已知协变量输入。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从历史中学到促销 → 销量提升的关系，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应用到未来促销日：每个促销日抬高约 20%。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相关产品销量、历史客流也可一并输入。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25312"/>
            <a:ext cx="11430000" cy="658368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5925312"/>
            <a:ext cx="91440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925312"/>
            <a:ext cx="1097280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要点  ·  预测质量的差距，主要来自「能不能用上其他序列和已知未来」，而不是更大的单序列模型。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56832"/>
            <a:ext cx="8412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TimesFM-3  ·  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3  / 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2  输入能力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三类序列，统一进同一个模型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全部零样本：不需要针对任务微调。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07008"/>
            <a:ext cx="11430000" cy="457200"/>
          </a:xfrm>
          <a:prstGeom prst="roundRect">
            <a:avLst>
              <a:gd name="adj" fmla="val 8000"/>
            </a:avLst>
          </a:prstGeom>
          <a:solidFill>
            <a:srgbClr val="1A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07008"/>
            <a:ext cx="26517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类型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207008"/>
            <a:ext cx="26517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207008"/>
            <a:ext cx="26517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例子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207008"/>
            <a:ext cx="265176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解码时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755648"/>
            <a:ext cx="11430000" cy="1097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755648"/>
            <a:ext cx="91440" cy="10972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755648"/>
            <a:ext cx="265176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多目标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755648"/>
            <a:ext cx="265176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同时预测多条相关序列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755648"/>
            <a:ext cx="265176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不同品牌冰淇淋的销量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755648"/>
            <a:ext cx="265176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点预测 + 分位数预测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990088"/>
            <a:ext cx="11430000" cy="109728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990088"/>
            <a:ext cx="91440" cy="109728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990088"/>
            <a:ext cx="265176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历史协变量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2990088"/>
            <a:ext cx="265176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只有过去已知的特征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990088"/>
            <a:ext cx="265176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历史客流、历史温度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990088"/>
            <a:ext cx="265176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horizon 段被掩码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224528"/>
            <a:ext cx="11430000" cy="109728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224528"/>
            <a:ext cx="91440" cy="10972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224528"/>
            <a:ext cx="265176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历史-未来协变量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224528"/>
            <a:ext cx="265176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未来也已知的特征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224528"/>
            <a:ext cx="265176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促销计划、节假日、天气预报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4224528"/>
            <a:ext cx="2651760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horizon 段保持可见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925312"/>
            <a:ext cx="11430000" cy="658368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5925312"/>
            <a:ext cx="91440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925312"/>
            <a:ext cx="1097280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要点  ·  「未来已知协变量」是业务预测最常用、而单变量模型结构性用不上的信息。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656832"/>
            <a:ext cx="8412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TimesFM-3  ·  输入能力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4  / 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3  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patch 化 + 交替注意力：时间轴与变量轴分开做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decoder-only transformer，20 层，model dim 1280，16 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3794760" cy="40233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34440"/>
            <a:ext cx="3794760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63040"/>
            <a:ext cx="3383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Patch = 32 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57400"/>
            <a:ext cx="338328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连续 32 个时间点为一个 token；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每条序列单独归一化，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兼容量纲差异巨大的序列。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234440"/>
            <a:ext cx="3794760" cy="40233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1234440"/>
            <a:ext cx="3794760" cy="91440"/>
          </a:xfrm>
          <a:prstGeom prst="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463040"/>
            <a:ext cx="3383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818CF8"/>
                </a:solidFill>
                <a:latin typeface="Microsoft YaHei"/>
                <a:ea typeface="Microsoft YaHei"/>
                <a:cs typeface="Microsoft YaHei"/>
              </a:rPr>
              <a:t>多变量 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57400"/>
            <a:ext cx="338328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目标 / 历史协变量：单 patch 成 token。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历史-未来协变量：拼接当前与未来 patch，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让模型「看到」已知未来信号。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234440"/>
            <a:ext cx="3794760" cy="40233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234440"/>
            <a:ext cx="3794760" cy="91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463040"/>
            <a:ext cx="33832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交替注意力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57400"/>
            <a:ext cx="338328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因果时间注意力：沿时间轴，只看过去。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全变量注意力：沿变量轴，看所有序列。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两种交替堆叠，融合时间与跨序列关系。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5925312"/>
            <a:ext cx="11430000" cy="658368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5925312"/>
            <a:ext cx="91440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925312"/>
            <a:ext cx="1097280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要点  ·  把「时间因果」和「跨序列相关」拆成两种注意力交替做，是多变量零样本成立的关键设计。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56832"/>
            <a:ext cx="8412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TimesFM-3  ·  架构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5  / 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4  解码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连续 patch 掩码：整段 horizon 一次前向填出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Contiguous Patch Masking，告别逐段自回归。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40233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前代：自回归逐段生成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502920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一段一段往后生成。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延迟高、算力贵。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前一段的误差带进后一段，越往后越漂。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234440"/>
            <a:ext cx="5760720" cy="402336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41732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TimesFM-3：掩码一次填出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965960"/>
            <a:ext cx="530352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horizon 段先放掩码占位 token：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目标与历史协变量遮住，未来已知协变量可见。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交替注意力同时填出所有掩码 patch，无迭代。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每步输出 9 个分位数（10%–90%），自带不确定性。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25312"/>
            <a:ext cx="11430000" cy="658368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5925312"/>
            <a:ext cx="91440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925312"/>
            <a:ext cx="1097280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要点  ·  一次前向 = 更快、更稳；9 分位数输出 = 直接可做区间预测与风险决策。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56832"/>
            <a:ext cx="8412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TimesFM-3  ·  解码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6  / 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5  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三个公开基准，点预测与概率预测双第一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对比 Chronos-2、Toto 2.0 系列、TimesFM-2.5 等预训练基础模型。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34440"/>
            <a:ext cx="29260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GIFT-Eval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234440"/>
            <a:ext cx="47548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基础模型中排名第一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234440"/>
            <a:ext cx="29260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点预测 + 概率预测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286000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286000"/>
            <a:ext cx="29260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FEV-Bench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286000"/>
            <a:ext cx="47548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100 个真实任务总排名第一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286000"/>
            <a:ext cx="29260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点预测 + 概率预测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337560"/>
            <a:ext cx="11430000" cy="9144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37560"/>
            <a:ext cx="29260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337560"/>
            <a:ext cx="47548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50 领域 / 98 任务总排名第一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337560"/>
            <a:ext cx="2926080" cy="9144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点预测 + 概率预测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526280"/>
            <a:ext cx="11430000" cy="114300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66344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两个模式都要看：单变量模式（不用协变量）已匹配或超过其他可复现模型；多变量模式再上一个台阶。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说明增益既来自更强的主干，也来自「用上跨序列与协变量」。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656832"/>
            <a:ext cx="8412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TimesFM-3  ·  效果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7  / 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28016"/>
            <a:ext cx="11338560" cy="2377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8BDF8"/>
                </a:solidFill>
                <a:latin typeface="Microsoft YaHei"/>
                <a:ea typeface="Microsoft YaHei"/>
                <a:cs typeface="Microsoft YaHei"/>
              </a:rPr>
              <a:t>6  可用性与启示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47472"/>
            <a:ext cx="1143000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能拿什么，不能拿什么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114300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代码 Apache-2.0；3.0 权重为非商用许可（2.5 及之前为 Apache-2.0）。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234440"/>
            <a:ext cx="5486400" cy="4023360"/>
          </a:xfrm>
          <a:prstGeom prst="roundRect">
            <a:avLst>
              <a:gd name="adj" fmla="val 8000"/>
            </a:avLst>
          </a:prstGeom>
          <a:solidFill>
            <a:srgbClr val="131C2E"/>
          </a:solidFill>
          <a:ln w="12700">
            <a:solidFill>
              <a:srgbClr val="2A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41732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34D399"/>
                </a:solidFill>
                <a:latin typeface="Microsoft YaHei"/>
                <a:ea typeface="Microsoft YaHei"/>
                <a:cs typeface="Microsoft YaHei"/>
              </a:rPr>
              <a:t>可以直接用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502920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GitHub：google-research/timesfm。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HF 权重：google/timesfm-3.0-pytorch。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BigQuery AI.FORECAST 陆续上线。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研究、评测、做基线：没问题。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234440"/>
            <a:ext cx="5760720" cy="4023360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417320"/>
            <a:ext cx="53035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BBF24"/>
                </a:solidFill>
                <a:latin typeface="Microsoft YaHei"/>
                <a:ea typeface="Microsoft YaHei"/>
                <a:cs typeface="Microsoft YaHei"/>
              </a:rPr>
              <a:t>对我们的启示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965960"/>
            <a:ext cx="5303520" cy="2926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抄思路：patch、decoder-only、零样本、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概率预测、协变量接口、掩码式一次解码。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不抄路径：权重非商用、云预测为主。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物理传感器场景仍需自有 Ingest / Tokenizer / Eval。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925312"/>
            <a:ext cx="11430000" cy="658368"/>
          </a:xfrm>
          <a:prstGeom prst="roundRect">
            <a:avLst>
              <a:gd name="adj" fmla="val 8000"/>
            </a:avLst>
          </a:prstGeom>
          <a:solidFill>
            <a:srgbClr val="18243A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5925312"/>
            <a:ext cx="91440" cy="65836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925312"/>
            <a:ext cx="10972800" cy="6583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8FAFC"/>
                </a:solidFill>
                <a:latin typeface="Microsoft YaHei"/>
                <a:ea typeface="Microsoft YaHei"/>
                <a:cs typeface="Microsoft YaHei"/>
              </a:rPr>
              <a:t>要点  ·  TimesFM-3 证明「时序基础模型 + 协变量接口」成立；它是我们评测里的通用 TSFM 基线。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80D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56832"/>
            <a:ext cx="841248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TimesFM-3  ·  启示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656832"/>
            <a:ext cx="1463040" cy="20116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8  /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